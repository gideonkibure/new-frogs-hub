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71" r:id="rId2"/>
    <p:sldId id="258" r:id="rId3"/>
    <p:sldId id="265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63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989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43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10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56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370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350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848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400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4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B4680-AEE2-4230-90B8-F81E38FF24B6}" type="datetimeFigureOut">
              <a:rPr lang="en-GB" smtClean="0"/>
              <a:t>01/04/2024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49D63-ACD4-4704-9477-8EEF8D6CBE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55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4744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 electrical 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0688"/>
            <a:ext cx="11985674" cy="4878924"/>
          </a:xfrm>
        </p:spPr>
        <p:txBody>
          <a:bodyPr/>
          <a:lstStyle/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1300" algn="l"/>
              </a:tabLst>
            </a:pP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1300" algn="l"/>
              </a:tabLst>
            </a:pP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13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GB" sz="2800" dirty="0"/>
              <a:t> 6210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13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 of Credits: 9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20445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9319"/>
          </a:xfrm>
        </p:spPr>
        <p:txBody>
          <a:bodyPr/>
          <a:lstStyle/>
          <a:p>
            <a:pPr lvl="2" algn="ctr" rtl="0">
              <a:lnSpc>
                <a:spcPct val="90000"/>
              </a:lnSpc>
              <a:spcBef>
                <a:spcPct val="0"/>
              </a:spcBef>
            </a:pPr>
            <a:r>
              <a:rPr kumimoji="0" lang="en-GB" sz="4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layout of auto-electrical system</a:t>
            </a:r>
            <a:b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16258"/>
            <a:ext cx="12192000" cy="5141741"/>
          </a:xfrm>
        </p:spPr>
        <p:txBody>
          <a:bodyPr/>
          <a:lstStyle/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</a:pP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charging system</a:t>
            </a:r>
            <a:endParaRPr lang="en-GB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</a:pP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starting system.</a:t>
            </a:r>
            <a:endParaRPr lang="en-GB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</a:pP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lighting system</a:t>
            </a:r>
            <a:endParaRPr lang="en-GB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</a:pP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auxiliary systems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</a:pPr>
            <a:r>
              <a:rPr lang="en-GB" sz="2800" dirty="0">
                <a:latin typeface="Arial" panose="020B0604020202020204" pitchFamily="34" charset="0"/>
              </a:rPr>
              <a:t>Ignition system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</a:pPr>
            <a:r>
              <a:rPr lang="en-GB" sz="2800" dirty="0"/>
              <a:t>Automotive Actuators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</a:pPr>
            <a:r>
              <a:rPr lang="en-GB" sz="2800" dirty="0"/>
              <a:t>Automotive Sensors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</a:pPr>
            <a:endParaRPr kumimoji="0" lang="en-G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188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48582"/>
          </a:xfrm>
        </p:spPr>
        <p:txBody>
          <a:bodyPr/>
          <a:lstStyle/>
          <a:p>
            <a:r>
              <a:rPr lang="en-US" b="1" dirty="0"/>
              <a:t>components of auto-electric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6770"/>
            <a:ext cx="12192000" cy="578123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Power sources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Loads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Resistors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Controls devices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Protective devices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Electronics devices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8574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1131"/>
          </a:xfrm>
        </p:spPr>
        <p:txBody>
          <a:bodyPr/>
          <a:lstStyle/>
          <a:p>
            <a:r>
              <a:rPr lang="en-US" b="1" dirty="0"/>
              <a:t>components of auto-electric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1132"/>
            <a:ext cx="12192000" cy="580686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Power sources</a:t>
            </a:r>
          </a:p>
          <a:p>
            <a:pPr marL="0" indent="0">
              <a:buNone/>
            </a:pPr>
            <a:r>
              <a:rPr lang="en-GB" dirty="0"/>
              <a:t>	power source are used on vehicles when the engine is not running or being 	started, battery provides power. </a:t>
            </a:r>
          </a:p>
          <a:p>
            <a:pPr marL="0" indent="0">
              <a:buNone/>
            </a:pPr>
            <a:r>
              <a:rPr lang="en-GB" dirty="0"/>
              <a:t>	When the engine is running, the alternator 	provides power for the vehicle’s 	loads and for recharging the battery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16" y="3520868"/>
            <a:ext cx="6884661" cy="307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51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1"/>
            <a:ext cx="12263215" cy="888762"/>
          </a:xfrm>
        </p:spPr>
        <p:txBody>
          <a:bodyPr/>
          <a:lstStyle/>
          <a:p>
            <a:r>
              <a:rPr lang="en-US" b="1" dirty="0"/>
              <a:t>components of auto-electric………..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5316"/>
            <a:ext cx="12192000" cy="5772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2. Loads</a:t>
            </a:r>
          </a:p>
          <a:p>
            <a:pPr marL="0" indent="0">
              <a:buNone/>
            </a:pPr>
            <a:r>
              <a:rPr lang="en-GB" dirty="0"/>
              <a:t>	working devices or loads consume electricity. They change electrical energy 	into another form of energy to do work. </a:t>
            </a:r>
          </a:p>
          <a:p>
            <a:pPr marL="0" indent="0">
              <a:buNone/>
            </a:pPr>
            <a:r>
              <a:rPr lang="en-GB" dirty="0"/>
              <a:t>	This energy may be thermal(heat), radiant(light), mechanical (motive),   	audio(sound), chemical, or magnetic. 	The electrical energy is changed by the 	resistance of the working devices.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081" y="3777240"/>
            <a:ext cx="3256749" cy="29696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473" y="3426864"/>
            <a:ext cx="3552825" cy="307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58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8403"/>
          </a:xfrm>
        </p:spPr>
        <p:txBody>
          <a:bodyPr/>
          <a:lstStyle/>
          <a:p>
            <a:r>
              <a:rPr lang="en-US" b="1" dirty="0"/>
              <a:t>components of auto-electric……..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70774"/>
            <a:ext cx="12192000" cy="5687226"/>
          </a:xfrm>
        </p:spPr>
        <p:txBody>
          <a:bodyPr/>
          <a:lstStyle/>
          <a:p>
            <a:pPr marL="514350" indent="-514350">
              <a:buAutoNum type="arabicPeriod" startAt="3"/>
            </a:pPr>
            <a:r>
              <a:rPr lang="en-GB" dirty="0"/>
              <a:t>Resistors</a:t>
            </a:r>
          </a:p>
          <a:p>
            <a:pPr marL="0" indent="0">
              <a:buNone/>
            </a:pPr>
            <a:r>
              <a:rPr lang="en-GB" dirty="0"/>
              <a:t>	fixed value, stepped or tapped, and variable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043" y="2456024"/>
            <a:ext cx="6163165" cy="426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4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9857"/>
          </a:xfrm>
        </p:spPr>
        <p:txBody>
          <a:bodyPr/>
          <a:lstStyle/>
          <a:p>
            <a:r>
              <a:rPr lang="en-US" b="1" dirty="0"/>
              <a:t>components of auto-electric…………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0594"/>
            <a:ext cx="12192000" cy="562740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4. Controls devices</a:t>
            </a:r>
          </a:p>
          <a:p>
            <a:pPr marL="0" indent="0">
              <a:buNone/>
            </a:pPr>
            <a:r>
              <a:rPr lang="en-GB" dirty="0"/>
              <a:t>	control devices used in electrical circuits on vehicles include a variety of 	switches, relays and solenoids. </a:t>
            </a:r>
          </a:p>
          <a:p>
            <a:pPr marL="0" indent="0">
              <a:buNone/>
            </a:pPr>
            <a:r>
              <a:rPr lang="en-GB" dirty="0"/>
              <a:t>	electronic control devices include capacitors, diodes, and transistors. 	Controls are needed to start, stop, or redirect current flow. </a:t>
            </a:r>
          </a:p>
          <a:p>
            <a:pPr marL="0" indent="0">
              <a:buNone/>
            </a:pPr>
            <a:r>
              <a:rPr lang="en-GB" dirty="0"/>
              <a:t>	Most 	switches require physical movement for operation, relays and 	solenoids are operated with electromagnetism, electronic controls are 	operated electrically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2882"/>
            <a:ext cx="7035634" cy="19851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411" y="4872882"/>
            <a:ext cx="4499782" cy="180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3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88762"/>
          </a:xfrm>
        </p:spPr>
        <p:txBody>
          <a:bodyPr/>
          <a:lstStyle/>
          <a:p>
            <a:r>
              <a:rPr lang="en-US" b="1" dirty="0"/>
              <a:t>components of auto-electric…………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8280" y="1367327"/>
            <a:ext cx="7981771" cy="536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84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1311"/>
          </a:xfrm>
        </p:spPr>
        <p:txBody>
          <a:bodyPr/>
          <a:lstStyle/>
          <a:p>
            <a:r>
              <a:rPr lang="en-US" b="1" dirty="0"/>
              <a:t>components of auto-electric…………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1312"/>
            <a:ext cx="12192000" cy="586668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5. Protective devices</a:t>
            </a:r>
          </a:p>
          <a:p>
            <a:pPr marL="0" indent="0">
              <a:buNone/>
            </a:pPr>
            <a:r>
              <a:rPr lang="en-GB" dirty="0"/>
              <a:t>	Electrical circuits are protected from too much current by fuse, fusible links 	and circuit breakers.</a:t>
            </a:r>
          </a:p>
          <a:p>
            <a:pPr marL="0" indent="0">
              <a:buNone/>
            </a:pPr>
            <a:r>
              <a:rPr lang="en-GB" dirty="0"/>
              <a:t>	Such devices interrupt a circuit to prevent high current from melting 	conductors and damaging loads, these devices are sensitive to current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62" y="3204672"/>
            <a:ext cx="5372323" cy="353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0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3861"/>
          </a:xfrm>
        </p:spPr>
        <p:txBody>
          <a:bodyPr/>
          <a:lstStyle/>
          <a:p>
            <a:r>
              <a:rPr lang="en-US" b="1" dirty="0"/>
              <a:t>components of auto-electric…………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7185" y="1281868"/>
            <a:ext cx="8332149" cy="557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68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3681"/>
          </a:xfrm>
        </p:spPr>
        <p:txBody>
          <a:bodyPr/>
          <a:lstStyle/>
          <a:p>
            <a:r>
              <a:rPr lang="en-US" b="1" dirty="0"/>
              <a:t>components of auto-electric…………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9615" y="1388691"/>
            <a:ext cx="7450597" cy="546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6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1"/>
            <a:ext cx="12263215" cy="1034040"/>
          </a:xfrm>
        </p:spPr>
        <p:txBody>
          <a:bodyPr/>
          <a:lstStyle/>
          <a:p>
            <a:r>
              <a:rPr lang="en-US" b="1" dirty="0"/>
              <a:t>components of auto-electric…………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712" y="1222049"/>
            <a:ext cx="8918294" cy="490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324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Auto electrical System</vt:lpstr>
      <vt:lpstr>layout of auto-electrical system </vt:lpstr>
      <vt:lpstr>components of auto-electric</vt:lpstr>
      <vt:lpstr>components of auto-electric</vt:lpstr>
      <vt:lpstr>components of auto-electric………..</vt:lpstr>
      <vt:lpstr>components of auto-electric……..</vt:lpstr>
      <vt:lpstr>components of auto-electric…………</vt:lpstr>
      <vt:lpstr>components of auto-electric…………</vt:lpstr>
      <vt:lpstr>components of auto-electric…………</vt:lpstr>
      <vt:lpstr>components of auto-electric…………</vt:lpstr>
      <vt:lpstr>components of auto-electric…………</vt:lpstr>
      <vt:lpstr>components of auto-electric…………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</dc:creator>
  <cp:lastModifiedBy>M rComputer</cp:lastModifiedBy>
  <cp:revision>32</cp:revision>
  <dcterms:created xsi:type="dcterms:W3CDTF">2021-04-27T07:51:28Z</dcterms:created>
  <dcterms:modified xsi:type="dcterms:W3CDTF">2024-04-01T08:35:14Z</dcterms:modified>
</cp:coreProperties>
</file>