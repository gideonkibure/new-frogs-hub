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C3CB-8ED4-1F42-20B3-4FB1CAE8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0957F-2ACD-6EF8-A3CC-6C24099B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DA7-5FC6-4A3E-921C-7F5B8EDABC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BA4AA-FC8B-F950-5681-9973A1C4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E48E8-0E13-837A-65AC-2D7BC20E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D292-6975-4BAD-B6E9-EE18B026A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47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E5AC2-7FAE-00FE-8660-0CD8C674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030E0-11A6-4413-9E21-F610B0423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4F137-37DD-4276-976D-7C8B5D1DB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66DA7-5FC6-4A3E-921C-7F5B8EDABC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8662-4068-EA7B-4CB9-5F0916F63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A1182-6A47-EEDC-1A7C-4B5907F41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7D292-6975-4BAD-B6E9-EE18B026A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8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D7480AC-A621-AB42-3B21-1EBA2887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4F3ED-BF67-DC09-EBC1-3D2438E4ED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4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6F92429-43BF-9509-A134-2CA4B7C1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zh-CN">
              <a:ea typeface="SimSun" panose="02010600030101010101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C7D24-DB66-732B-EBB0-1BC6A700B9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2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044DA9F-E85A-E373-55D1-D130EB8A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17410-834F-FD7E-6AFE-57E5F3AEDF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22C650F-F339-2D9B-7B33-C6208DA9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4F47D-4EE3-0A28-4600-C0A9E2BDD3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4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368353-3B03-581B-DE42-8F8C7666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1DF72-754A-759A-6DF0-510DD6C0AF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3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29A135-6DD5-12F6-C467-37716CB7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0DA69-58A3-C21B-E35D-F0473A8C05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9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CD8D0D0-2E0C-C52B-7907-620880BE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FE62F-1A1F-1DFF-1D8E-B5FFAA3DD5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1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EDAD9C-8875-8B19-A984-E86A2518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9052F-311D-33D9-6DEC-EBEEEA0B56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80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D1DBA95-455B-314B-B2B5-28D48C8C4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243C27-9DD6-C227-EC37-747224269E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87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49D65D-B8B0-99EF-E959-34949F87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3FC12-5B7D-2635-61FE-F6E3007360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7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6E179B2-A0D0-2BD3-FD48-E8109136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2DCCE-A73E-621B-C1EE-45FA38529F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B55BE21-EE87-F8E9-72A2-5F1A6216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B0A342-1228-FB1F-93A3-0E3CF7DBFC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595896-4F01-3D4D-4F6E-4BFB102A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5EF072-D69F-15A9-4A4D-81C1BDFFD1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0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92D4A28-C91D-28D4-0D5C-4B128F78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151BBC-E0B2-045D-EB28-436A646277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3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SimSun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lunyungu</dc:creator>
  <cp:lastModifiedBy>jonathan lunyungu</cp:lastModifiedBy>
  <cp:revision>1</cp:revision>
  <dcterms:created xsi:type="dcterms:W3CDTF">2026-04-10T07:21:27Z</dcterms:created>
  <dcterms:modified xsi:type="dcterms:W3CDTF">2026-04-10T07:21:27Z</dcterms:modified>
</cp:coreProperties>
</file>