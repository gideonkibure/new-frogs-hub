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2.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85" r:id="rId3"/>
  </p:sldMasterIdLst>
  <p:notesMasterIdLst>
    <p:notesMasterId r:id="rId48"/>
  </p:notesMasterIdLst>
  <p:handoutMasterIdLst>
    <p:handoutMasterId r:id="rId49"/>
  </p:handoutMasterIdLst>
  <p:sldIdLst>
    <p:sldId id="389" r:id="rId4"/>
    <p:sldId id="257" r:id="rId5"/>
    <p:sldId id="258" r:id="rId6"/>
    <p:sldId id="259" r:id="rId7"/>
    <p:sldId id="260" r:id="rId8"/>
    <p:sldId id="261" r:id="rId9"/>
    <p:sldId id="262" r:id="rId10"/>
    <p:sldId id="263" r:id="rId11"/>
    <p:sldId id="264" r:id="rId12"/>
    <p:sldId id="265" r:id="rId13"/>
    <p:sldId id="266" r:id="rId14"/>
    <p:sldId id="267" r:id="rId15"/>
    <p:sldId id="390"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99" r:id="rId35"/>
    <p:sldId id="286" r:id="rId36"/>
    <p:sldId id="301" r:id="rId37"/>
    <p:sldId id="302" r:id="rId38"/>
    <p:sldId id="303" r:id="rId39"/>
    <p:sldId id="304" r:id="rId40"/>
    <p:sldId id="305" r:id="rId41"/>
    <p:sldId id="287" r:id="rId42"/>
    <p:sldId id="291" r:id="rId43"/>
    <p:sldId id="292" r:id="rId44"/>
    <p:sldId id="294" r:id="rId45"/>
    <p:sldId id="295" r:id="rId46"/>
    <p:sldId id="298"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7ED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p:cViewPr varScale="1">
        <p:scale>
          <a:sx n="111" d="100"/>
          <a:sy n="111" d="100"/>
        </p:scale>
        <p:origin x="1482"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70C53A1-23B9-4231-8105-2352CE563848}" type="datetimeFigureOut">
              <a:rPr lang="en-US" smtClean="0"/>
              <a:pPr/>
              <a:t>4/23/2026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C1B13BE-47C8-442A-A672-2E566128ED5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1920" max="1920" units="cm"/>
          <inkml:channel name="Y" type="integer" max="1080" units="cm"/>
          <inkml:channel name="T" type="integer" max="2.14748E9" units="dev"/>
        </inkml:traceFormat>
        <inkml:channelProperties>
          <inkml:channelProperty channel="X" name="resolution" value="111.62791" units="1/cm"/>
          <inkml:channelProperty channel="Y" name="resolution" value="55.95855" units="1/cm"/>
          <inkml:channelProperty channel="T" name="resolution" value="1" units="1/dev"/>
        </inkml:channelProperties>
      </inkml:inkSource>
      <inkml:timestamp xml:id="ts0" timeString="2025-05-02T08:51:18.147"/>
    </inkml:context>
    <inkml:brush xml:id="br0">
      <inkml:brushProperty name="width" value="0.05292" units="cm"/>
      <inkml:brushProperty name="height" value="0.05292" units="cm"/>
      <inkml:brushProperty name="color" value="#FF0000"/>
    </inkml:brush>
  </inkml:definitions>
  <inkml:trace contextRef="#ctx0" brushRef="#br0">6893 9537 0</inkml:trace>
</inkml:ink>
</file>

<file path=ppt/ink/ink2.xml><?xml version="1.0" encoding="utf-8"?>
<inkml:ink xmlns:inkml="http://www.w3.org/2003/InkML">
  <inkml:definitions>
    <inkml:context xml:id="ctx0">
      <inkml:inkSource xml:id="inkSrc0">
        <inkml:traceFormat>
          <inkml:channel name="X" type="integer" min="-1920" max="1920" units="cm"/>
          <inkml:channel name="Y" type="integer" max="1080" units="cm"/>
          <inkml:channel name="T" type="integer" max="2.14748E9" units="dev"/>
        </inkml:traceFormat>
        <inkml:channelProperties>
          <inkml:channelProperty channel="X" name="resolution" value="111.62791" units="1/cm"/>
          <inkml:channelProperty channel="Y" name="resolution" value="55.95855" units="1/cm"/>
          <inkml:channelProperty channel="T" name="resolution" value="1" units="1/dev"/>
        </inkml:channelProperties>
      </inkml:inkSource>
      <inkml:timestamp xml:id="ts0" timeString="2025-05-02T18:39:54.340"/>
    </inkml:context>
    <inkml:brush xml:id="br0">
      <inkml:brushProperty name="width" value="0.05292" units="cm"/>
      <inkml:brushProperty name="height" value="0.05292" units="cm"/>
      <inkml:brushProperty name="color" value="#FF0000"/>
    </inkml:brush>
  </inkml:definitions>
  <inkml:trace contextRef="#ctx0" brushRef="#br0">8876 15178 0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71A384-BD09-4673-8535-B91BAD622C8D}" type="datetimeFigureOut">
              <a:rPr lang="en-US" smtClean="0"/>
              <a:pPr/>
              <a:t>4/23/2026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89BFCF-ECE5-4722-B4F3-B9DB95435FC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E89BFCF-ECE5-4722-B4F3-B9DB95435FC4}" type="slidenum">
              <a:rPr lang="en-US" smtClean="0"/>
              <a:pPr/>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33</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39</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40</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41</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42</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43</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E89BFCF-ECE5-4722-B4F3-B9DB95435FC4}" type="slidenum">
              <a:rPr lang="en-US" smtClean="0"/>
              <a:pPr/>
              <a:t>44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10" descr="ESYSTlogo"/>
          <p:cNvPicPr>
            <a:picLocks noChangeAspect="1" noChangeArrowheads="1"/>
          </p:cNvPicPr>
          <p:nvPr/>
        </p:nvPicPr>
        <p:blipFill>
          <a:blip r:embed="rId3"/>
          <a:srcRect/>
          <a:stretch>
            <a:fillRect/>
          </a:stretch>
        </p:blipFill>
        <p:spPr bwMode="auto">
          <a:xfrm>
            <a:off x="228600" y="5867400"/>
            <a:ext cx="2438400" cy="841375"/>
          </a:xfrm>
          <a:prstGeom prst="rect">
            <a:avLst/>
          </a:prstGeom>
          <a:noFill/>
          <a:ln w="9525">
            <a:noFill/>
            <a:miter lim="800000"/>
            <a:headEnd/>
            <a:tailEnd/>
          </a:ln>
        </p:spPr>
      </p:pic>
      <p:sp>
        <p:nvSpPr>
          <p:cNvPr id="4098" name="Rectangle 2"/>
          <p:cNvSpPr>
            <a:spLocks noGrp="1" noChangeArrowheads="1"/>
          </p:cNvSpPr>
          <p:nvPr>
            <p:ph type="ctrTitle"/>
          </p:nvPr>
        </p:nvSpPr>
        <p:spPr>
          <a:xfrm>
            <a:off x="228600" y="1425575"/>
            <a:ext cx="5181600" cy="1470025"/>
          </a:xfrm>
        </p:spPr>
        <p:txBody>
          <a:bodyPr/>
          <a:lstStyle>
            <a:lvl1pPr algn="l">
              <a:defRPr sz="5400"/>
            </a:lvl1pPr>
          </a:lstStyle>
          <a:p>
            <a:r>
              <a:rPr lang="en-US"/>
              <a:t>Click to edit Master title style</a:t>
            </a:r>
          </a:p>
        </p:txBody>
      </p:sp>
      <p:sp>
        <p:nvSpPr>
          <p:cNvPr id="4099" name="Rectangle 3"/>
          <p:cNvSpPr>
            <a:spLocks noGrp="1" noChangeArrowheads="1"/>
          </p:cNvSpPr>
          <p:nvPr>
            <p:ph type="subTitle" idx="1"/>
          </p:nvPr>
        </p:nvSpPr>
        <p:spPr>
          <a:xfrm>
            <a:off x="304800" y="3581400"/>
            <a:ext cx="4724400" cy="1295400"/>
          </a:xfrm>
        </p:spPr>
        <p:txBody>
          <a:bodyPr/>
          <a:lstStyle>
            <a:lvl1pPr marL="0" indent="0">
              <a:buFontTx/>
              <a:buNone/>
              <a:defRPr sz="2800">
                <a:effectLst>
                  <a:outerShdw blurRad="38100" dist="38100" dir="2700000" algn="tl">
                    <a:srgbClr val="C0C0C0"/>
                  </a:outerShdw>
                </a:effectLst>
              </a:defRPr>
            </a:lvl1pPr>
          </a:lstStyle>
          <a:p>
            <a:r>
              <a:rPr lang="en-US"/>
              <a:t>Click to edit Master subtitle style</a:t>
            </a:r>
          </a:p>
        </p:txBody>
      </p:sp>
      <p:sp>
        <p:nvSpPr>
          <p:cNvPr id="5" name="Rectangle 5"/>
          <p:cNvSpPr>
            <a:spLocks noGrp="1" noChangeArrowheads="1"/>
          </p:cNvSpPr>
          <p:nvPr>
            <p:ph type="ftr" sz="quarter" idx="10"/>
          </p:nvPr>
        </p:nvSpPr>
        <p:spPr>
          <a:xfrm>
            <a:off x="2819400" y="6096000"/>
            <a:ext cx="2514600" cy="323850"/>
          </a:xfrm>
        </p:spPr>
        <p:txBody>
          <a:bodyPr/>
          <a:lstStyle>
            <a:lvl1pPr algn="l">
              <a:defRPr>
                <a:solidFill>
                  <a:srgbClr val="460046"/>
                </a:solidFill>
              </a:defRPr>
            </a:lvl1p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endParaRPr lang="en-US"/>
          </a:p>
        </p:txBody>
      </p:sp>
      <p:sp>
        <p:nvSpPr>
          <p:cNvPr id="5"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endParaRPr lang="en-US"/>
          </a:p>
        </p:txBody>
      </p:sp>
      <p:sp>
        <p:nvSpPr>
          <p:cNvPr id="5"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990600"/>
            <a:ext cx="4191000" cy="5135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90600"/>
            <a:ext cx="4191000" cy="5135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endParaRPr lang="en-US"/>
          </a:p>
        </p:txBody>
      </p:sp>
      <p:sp>
        <p:nvSpPr>
          <p:cNvPr id="6"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endParaRPr lang="en-US"/>
          </a:p>
        </p:txBody>
      </p:sp>
      <p:sp>
        <p:nvSpPr>
          <p:cNvPr id="8"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endParaRPr lang="en-US"/>
          </a:p>
        </p:txBody>
      </p:sp>
      <p:sp>
        <p:nvSpPr>
          <p:cNvPr id="4"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endParaRPr lang="en-US"/>
          </a:p>
        </p:txBody>
      </p:sp>
      <p:sp>
        <p:nvSpPr>
          <p:cNvPr id="3"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endParaRPr lang="en-US"/>
          </a:p>
        </p:txBody>
      </p:sp>
      <p:sp>
        <p:nvSpPr>
          <p:cNvPr id="6"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endParaRPr lang="en-US"/>
          </a:p>
        </p:txBody>
      </p:sp>
      <p:sp>
        <p:nvSpPr>
          <p:cNvPr id="6"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endParaRPr lang="en-US"/>
          </a:p>
        </p:txBody>
      </p:sp>
      <p:sp>
        <p:nvSpPr>
          <p:cNvPr id="5"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228600"/>
            <a:ext cx="2171700" cy="5897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362700" cy="58975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endParaRPr lang="en-US"/>
          </a:p>
        </p:txBody>
      </p:sp>
      <p:sp>
        <p:nvSpPr>
          <p:cNvPr id="5"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487363"/>
          </a:xfrm>
        </p:spPr>
        <p:txBody>
          <a:bodyPr/>
          <a:lstStyle/>
          <a:p>
            <a:r>
              <a:rPr lang="en-US"/>
              <a:t>Click to edit Master title style</a:t>
            </a:r>
          </a:p>
        </p:txBody>
      </p:sp>
      <p:sp>
        <p:nvSpPr>
          <p:cNvPr id="3" name="Text Placeholder 2"/>
          <p:cNvSpPr>
            <a:spLocks noGrp="1"/>
          </p:cNvSpPr>
          <p:nvPr>
            <p:ph type="body" sz="half" idx="1"/>
          </p:nvPr>
        </p:nvSpPr>
        <p:spPr>
          <a:xfrm>
            <a:off x="304800" y="990600"/>
            <a:ext cx="4191000" cy="5135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90600"/>
            <a:ext cx="4191000" cy="5135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endParaRPr lang="en-US"/>
          </a:p>
        </p:txBody>
      </p:sp>
      <p:sp>
        <p:nvSpPr>
          <p:cNvPr id="6"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a:t>Click to edit Master title style</a:t>
            </a:r>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19" name="Date Placeholder 18"/>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91974DF9-AD47-4691-BA21-BBFCE3637A9A}" type="slidenum">
              <a:rPr kumimoji="0" lang="en-US" smtClean="0"/>
              <a:pPr/>
              <a:t>‹#›</a:t>
            </a:fld>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p>
            <a:r>
              <a:rPr kumimoji="0" lang="en-US"/>
              <a:t>Click to edit Master title style</a:t>
            </a:r>
          </a:p>
        </p:txBody>
      </p:sp>
      <p:sp>
        <p:nvSpPr>
          <p:cNvPr id="3" name="Content Placeholder 2"/>
          <p:cNvSpPr>
            <a:spLocks noGrp="1"/>
          </p:cNvSpPr>
          <p:nvPr>
            <p:ph idx="1"/>
          </p:nvPr>
        </p:nvSpPr>
        <p:spPr>
          <a:xfrm>
            <a:off x="502920" y="530352"/>
            <a:ext cx="8183880" cy="41879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520ECF-EDD0-4ACC-BD7C-F8ABF0331A9E}"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a:t>Click to edit Master title style</a:t>
            </a:r>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520ECF-EDD0-4ACC-BD7C-F8ABF0331A9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520ECF-EDD0-4ACC-BD7C-F8ABF0331A9E}"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a:t>Click to edit Master title style</a:t>
            </a:r>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520ECF-EDD0-4ACC-BD7C-F8ABF0331A9E}"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520ECF-EDD0-4ACC-BD7C-F8ABF0331A9E}"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520ECF-EDD0-4ACC-BD7C-F8ABF0331A9E}"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a:t>Click to edit Master title style</a:t>
            </a:r>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520ECF-EDD0-4ACC-BD7C-F8ABF0331A9E}"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a:t>Click to edit Master title style</a:t>
            </a:r>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520ECF-EDD0-4ACC-BD7C-F8ABF0331A9E}" type="slidenum">
              <a:rPr lang="en-US" smtClean="0"/>
              <a:pPr/>
              <a:t>‹#›</a:t>
            </a:fld>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a:t>Click icon to add picture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p>
            <a:r>
              <a:rPr kumimoji="0" lang="en-US"/>
              <a:t>Click to edit Master title style</a:t>
            </a:r>
          </a:p>
        </p:txBody>
      </p:sp>
      <p:sp>
        <p:nvSpPr>
          <p:cNvPr id="3" name="Vertical Text Placeholder 2"/>
          <p:cNvSpPr>
            <a:spLocks noGrp="1"/>
          </p:cNvSpPr>
          <p:nvPr>
            <p:ph type="body" orient="vert" idx="1"/>
          </p:nvPr>
        </p:nvSpPr>
        <p:spPr>
          <a:xfrm>
            <a:off x="502920" y="530352"/>
            <a:ext cx="8183880" cy="4187952"/>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520ECF-EDD0-4ACC-BD7C-F8ABF0331A9E}"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533400" y="533402"/>
            <a:ext cx="5943600" cy="525780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520ECF-EDD0-4ACC-BD7C-F8ABF0331A9E}"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C9C80-60BE-4DF7-A387-267CEA49133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TZ"/>
          </a:p>
        </p:txBody>
      </p:sp>
      <p:sp>
        <p:nvSpPr>
          <p:cNvPr id="3" name="Subtitle 2">
            <a:extLst>
              <a:ext uri="{FF2B5EF4-FFF2-40B4-BE49-F238E27FC236}">
                <a16:creationId xmlns:a16="http://schemas.microsoft.com/office/drawing/2014/main" id="{8B26F96A-F4DD-478F-9195-63C09D074B8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E98CF663-7E74-472B-99DE-3F115A2887A4}"/>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5" name="Footer Placeholder 4">
            <a:extLst>
              <a:ext uri="{FF2B5EF4-FFF2-40B4-BE49-F238E27FC236}">
                <a16:creationId xmlns:a16="http://schemas.microsoft.com/office/drawing/2014/main" id="{117A60D0-B6DC-4907-80D1-DA80FFF89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7A99E2-CE6F-4743-B73C-B0608E057EEC}"/>
              </a:ext>
            </a:extLst>
          </p:cNvPr>
          <p:cNvSpPr>
            <a:spLocks noGrp="1"/>
          </p:cNvSpPr>
          <p:nvPr>
            <p:ph type="sldNum" sz="quarter" idx="12"/>
          </p:nvPr>
        </p:nvSpPr>
        <p:spPr/>
        <p:txBody>
          <a:bodyPr/>
          <a:lstStyle/>
          <a:p>
            <a:fld id="{C4CF9A35-85F1-444A-9E30-8525067BE12D}" type="slidenum">
              <a:rPr lang="en-TZ" smtClean="0"/>
              <a:t>‹#›</a:t>
            </a:fld>
            <a:endParaRPr lang="en-TZ"/>
          </a:p>
        </p:txBody>
      </p:sp>
    </p:spTree>
    <p:extLst>
      <p:ext uri="{BB962C8B-B14F-4D97-AF65-F5344CB8AC3E}">
        <p14:creationId xmlns:p14="http://schemas.microsoft.com/office/powerpoint/2010/main" val="1007354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417C1-D032-49F0-B8CD-026895347DE3}"/>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EC3463E4-F35F-41C9-8122-E5B4455493C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922A3F2D-8492-41E9-8FB5-2A3305EDCFB0}"/>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5" name="Footer Placeholder 4">
            <a:extLst>
              <a:ext uri="{FF2B5EF4-FFF2-40B4-BE49-F238E27FC236}">
                <a16:creationId xmlns:a16="http://schemas.microsoft.com/office/drawing/2014/main" id="{BD5CA410-2119-4528-B347-098BB4FF0C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CC785-39CC-41D6-84D1-AE94BD8E79A9}"/>
              </a:ext>
            </a:extLst>
          </p:cNvPr>
          <p:cNvSpPr>
            <a:spLocks noGrp="1"/>
          </p:cNvSpPr>
          <p:nvPr>
            <p:ph type="sldNum" sz="quarter" idx="12"/>
          </p:nvPr>
        </p:nvSpPr>
        <p:spPr/>
        <p:txBody>
          <a:bodyPr/>
          <a:lstStyle/>
          <a:p>
            <a:fld id="{97BB9E5F-E5FF-457C-9EF3-0E0EE116FA91}" type="slidenum">
              <a:rPr lang="en-US" smtClean="0"/>
              <a:pPr/>
              <a:t>‹#›</a:t>
            </a:fld>
            <a:endParaRPr lang="en-US"/>
          </a:p>
        </p:txBody>
      </p:sp>
    </p:spTree>
    <p:extLst>
      <p:ext uri="{BB962C8B-B14F-4D97-AF65-F5344CB8AC3E}">
        <p14:creationId xmlns:p14="http://schemas.microsoft.com/office/powerpoint/2010/main" val="39693391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B62D6-B080-4879-9A98-C7C7FA8D717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795E85B8-B9ED-4584-BD1D-423D0632AD9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1250FDD-DEA9-4211-BCB2-914CA407B53A}"/>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5" name="Footer Placeholder 4">
            <a:extLst>
              <a:ext uri="{FF2B5EF4-FFF2-40B4-BE49-F238E27FC236}">
                <a16:creationId xmlns:a16="http://schemas.microsoft.com/office/drawing/2014/main" id="{C49D0465-651A-4C40-8F9A-4295C979B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B4DAFD-B026-4DBA-A802-7471459651E0}"/>
              </a:ext>
            </a:extLst>
          </p:cNvPr>
          <p:cNvSpPr>
            <a:spLocks noGrp="1"/>
          </p:cNvSpPr>
          <p:nvPr>
            <p:ph type="sldNum" sz="quarter" idx="12"/>
          </p:nvPr>
        </p:nvSpPr>
        <p:spPr/>
        <p:txBody>
          <a:bodyPr/>
          <a:lstStyle/>
          <a:p>
            <a:fld id="{97BB9E5F-E5FF-457C-9EF3-0E0EE116FA91}" type="slidenum">
              <a:rPr lang="en-US" smtClean="0"/>
              <a:pPr/>
              <a:t>‹#›</a:t>
            </a:fld>
            <a:endParaRPr lang="en-US"/>
          </a:p>
        </p:txBody>
      </p:sp>
    </p:spTree>
    <p:extLst>
      <p:ext uri="{BB962C8B-B14F-4D97-AF65-F5344CB8AC3E}">
        <p14:creationId xmlns:p14="http://schemas.microsoft.com/office/powerpoint/2010/main" val="643736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D43A-37CD-4B24-9144-91CBD8ED0711}"/>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F512F400-E17C-461C-829C-C8818939AD6B}"/>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4F34E7B9-7FE7-4DE0-BCCE-0BA4555E4E9F}"/>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916BD990-7DAB-4F03-A1AB-2C986CC5CE1D}"/>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6" name="Footer Placeholder 5">
            <a:extLst>
              <a:ext uri="{FF2B5EF4-FFF2-40B4-BE49-F238E27FC236}">
                <a16:creationId xmlns:a16="http://schemas.microsoft.com/office/drawing/2014/main" id="{2D5C1D27-D16A-49AF-A1D1-1997C0F826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515510-7A42-40B7-A1E4-EC54815D9965}"/>
              </a:ext>
            </a:extLst>
          </p:cNvPr>
          <p:cNvSpPr>
            <a:spLocks noGrp="1"/>
          </p:cNvSpPr>
          <p:nvPr>
            <p:ph type="sldNum" sz="quarter" idx="12"/>
          </p:nvPr>
        </p:nvSpPr>
        <p:spPr/>
        <p:txBody>
          <a:bodyPr/>
          <a:lstStyle/>
          <a:p>
            <a:fld id="{97BB9E5F-E5FF-457C-9EF3-0E0EE116FA91}" type="slidenum">
              <a:rPr lang="en-US" smtClean="0"/>
              <a:pPr/>
              <a:t>‹#›</a:t>
            </a:fld>
            <a:endParaRPr lang="en-US"/>
          </a:p>
        </p:txBody>
      </p:sp>
    </p:spTree>
    <p:extLst>
      <p:ext uri="{BB962C8B-B14F-4D97-AF65-F5344CB8AC3E}">
        <p14:creationId xmlns:p14="http://schemas.microsoft.com/office/powerpoint/2010/main" val="11131938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99B92-6953-4651-B395-19F6E0047D93}"/>
              </a:ext>
            </a:extLst>
          </p:cNvPr>
          <p:cNvSpPr>
            <a:spLocks noGrp="1"/>
          </p:cNvSpPr>
          <p:nvPr>
            <p:ph type="title"/>
          </p:nvPr>
        </p:nvSpPr>
        <p:spPr>
          <a:xfrm>
            <a:off x="629841" y="365126"/>
            <a:ext cx="78867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32166C53-32FB-458E-BCE4-1D5DC2711BD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479AD1A2-7D2C-42DE-A87F-34E9BAC04731}"/>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896548E9-672D-4213-A4F8-01F0CE4020E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7AF3714A-9EEC-40C6-AEE7-2D3E3ABE9854}"/>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A831CC63-F2E6-4FF1-BA5E-9482ECCB14F4}"/>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8" name="Footer Placeholder 7">
            <a:extLst>
              <a:ext uri="{FF2B5EF4-FFF2-40B4-BE49-F238E27FC236}">
                <a16:creationId xmlns:a16="http://schemas.microsoft.com/office/drawing/2014/main" id="{9496A1A4-AF16-45D3-BB35-2DB13FEA14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4E6C26-3806-49FB-968A-907E34AA2857}"/>
              </a:ext>
            </a:extLst>
          </p:cNvPr>
          <p:cNvSpPr>
            <a:spLocks noGrp="1"/>
          </p:cNvSpPr>
          <p:nvPr>
            <p:ph type="sldNum" sz="quarter" idx="12"/>
          </p:nvPr>
        </p:nvSpPr>
        <p:spPr/>
        <p:txBody>
          <a:bodyPr/>
          <a:lstStyle/>
          <a:p>
            <a:fld id="{97BB9E5F-E5FF-457C-9EF3-0E0EE116FA91}" type="slidenum">
              <a:rPr lang="en-US" smtClean="0"/>
              <a:pPr/>
              <a:t>‹#›</a:t>
            </a:fld>
            <a:endParaRPr lang="en-US"/>
          </a:p>
        </p:txBody>
      </p:sp>
    </p:spTree>
    <p:extLst>
      <p:ext uri="{BB962C8B-B14F-4D97-AF65-F5344CB8AC3E}">
        <p14:creationId xmlns:p14="http://schemas.microsoft.com/office/powerpoint/2010/main" val="10973213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BE2C1-ED9C-4B37-B124-C16902E42398}"/>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FD30AA1C-09B5-4549-8931-39AFC8783651}"/>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4" name="Footer Placeholder 3">
            <a:extLst>
              <a:ext uri="{FF2B5EF4-FFF2-40B4-BE49-F238E27FC236}">
                <a16:creationId xmlns:a16="http://schemas.microsoft.com/office/drawing/2014/main" id="{C69BB8E0-F6BA-4960-974B-57973EA90D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7E986D-B9E7-432B-A081-D390BCD54669}"/>
              </a:ext>
            </a:extLst>
          </p:cNvPr>
          <p:cNvSpPr>
            <a:spLocks noGrp="1"/>
          </p:cNvSpPr>
          <p:nvPr>
            <p:ph type="sldNum" sz="quarter" idx="12"/>
          </p:nvPr>
        </p:nvSpPr>
        <p:spPr/>
        <p:txBody>
          <a:bodyPr/>
          <a:lstStyle/>
          <a:p>
            <a:fld id="{97BB9E5F-E5FF-457C-9EF3-0E0EE116FA91}" type="slidenum">
              <a:rPr lang="en-US" smtClean="0"/>
              <a:pPr/>
              <a:t>‹#›</a:t>
            </a:fld>
            <a:endParaRPr lang="en-US"/>
          </a:p>
        </p:txBody>
      </p:sp>
    </p:spTree>
    <p:extLst>
      <p:ext uri="{BB962C8B-B14F-4D97-AF65-F5344CB8AC3E}">
        <p14:creationId xmlns:p14="http://schemas.microsoft.com/office/powerpoint/2010/main" val="26084458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88214C-B87B-4ABE-A33F-EC887E850CA8}"/>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3" name="Footer Placeholder 2">
            <a:extLst>
              <a:ext uri="{FF2B5EF4-FFF2-40B4-BE49-F238E27FC236}">
                <a16:creationId xmlns:a16="http://schemas.microsoft.com/office/drawing/2014/main" id="{6E5DDA1B-D411-4842-B27F-1FA8E0BA28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021FA9-E39E-4EBA-87EC-EF7B34DC971A}"/>
              </a:ext>
            </a:extLst>
          </p:cNvPr>
          <p:cNvSpPr>
            <a:spLocks noGrp="1"/>
          </p:cNvSpPr>
          <p:nvPr>
            <p:ph type="sldNum" sz="quarter" idx="12"/>
          </p:nvPr>
        </p:nvSpPr>
        <p:spPr/>
        <p:txBody>
          <a:bodyPr/>
          <a:lstStyle/>
          <a:p>
            <a:fld id="{97BB9E5F-E5FF-457C-9EF3-0E0EE116FA91}" type="slidenum">
              <a:rPr lang="en-US" smtClean="0"/>
              <a:pPr/>
              <a:t>‹#›</a:t>
            </a:fld>
            <a:endParaRPr lang="en-US"/>
          </a:p>
        </p:txBody>
      </p:sp>
    </p:spTree>
    <p:extLst>
      <p:ext uri="{BB962C8B-B14F-4D97-AF65-F5344CB8AC3E}">
        <p14:creationId xmlns:p14="http://schemas.microsoft.com/office/powerpoint/2010/main" val="19119934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B0AB-C920-4C5B-A6FF-2C2DEF6F78B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35F199BD-8C9D-4C85-BEED-B2831841F8B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C852B16E-41CD-408A-B8F7-49A5EA11B1A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963747D5-63A9-4244-BDD4-28CA1CD62317}"/>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6" name="Footer Placeholder 5">
            <a:extLst>
              <a:ext uri="{FF2B5EF4-FFF2-40B4-BE49-F238E27FC236}">
                <a16:creationId xmlns:a16="http://schemas.microsoft.com/office/drawing/2014/main" id="{DBDB05A3-F8B5-41F6-B7DE-92AC475505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C3B084-3405-4518-8F56-550BA22CEC44}"/>
              </a:ext>
            </a:extLst>
          </p:cNvPr>
          <p:cNvSpPr>
            <a:spLocks noGrp="1"/>
          </p:cNvSpPr>
          <p:nvPr>
            <p:ph type="sldNum" sz="quarter" idx="12"/>
          </p:nvPr>
        </p:nvSpPr>
        <p:spPr/>
        <p:txBody>
          <a:bodyPr/>
          <a:lstStyle/>
          <a:p>
            <a:fld id="{97BB9E5F-E5FF-457C-9EF3-0E0EE116FA91}" type="slidenum">
              <a:rPr lang="en-US" smtClean="0"/>
              <a:pPr/>
              <a:t>‹#›</a:t>
            </a:fld>
            <a:endParaRPr lang="en-US"/>
          </a:p>
        </p:txBody>
      </p:sp>
    </p:spTree>
    <p:extLst>
      <p:ext uri="{BB962C8B-B14F-4D97-AF65-F5344CB8AC3E}">
        <p14:creationId xmlns:p14="http://schemas.microsoft.com/office/powerpoint/2010/main" val="41044095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C3CD8-4887-4D4D-B3C9-7662597BC1F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CDDE8307-5799-4E06-A06C-BAFD4FBB8884}"/>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TZ"/>
          </a:p>
        </p:txBody>
      </p:sp>
      <p:sp>
        <p:nvSpPr>
          <p:cNvPr id="4" name="Text Placeholder 3">
            <a:extLst>
              <a:ext uri="{FF2B5EF4-FFF2-40B4-BE49-F238E27FC236}">
                <a16:creationId xmlns:a16="http://schemas.microsoft.com/office/drawing/2014/main" id="{5D32E114-7FA3-48A5-A9AE-B64D52AAED3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1A2F2E0C-B949-4296-B8EA-6F548B67D25F}"/>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6" name="Footer Placeholder 5">
            <a:extLst>
              <a:ext uri="{FF2B5EF4-FFF2-40B4-BE49-F238E27FC236}">
                <a16:creationId xmlns:a16="http://schemas.microsoft.com/office/drawing/2014/main" id="{D7DB13B8-1B6B-4046-B220-0EC52F6635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16E220-7CA6-4930-809D-9F5DF52FAC5F}"/>
              </a:ext>
            </a:extLst>
          </p:cNvPr>
          <p:cNvSpPr>
            <a:spLocks noGrp="1"/>
          </p:cNvSpPr>
          <p:nvPr>
            <p:ph type="sldNum" sz="quarter" idx="12"/>
          </p:nvPr>
        </p:nvSpPr>
        <p:spPr/>
        <p:txBody>
          <a:bodyPr/>
          <a:lstStyle/>
          <a:p>
            <a:fld id="{97BB9E5F-E5FF-457C-9EF3-0E0EE116FA91}" type="slidenum">
              <a:rPr lang="en-US" smtClean="0"/>
              <a:pPr/>
              <a:t>‹#›</a:t>
            </a:fld>
            <a:endParaRPr lang="en-US"/>
          </a:p>
        </p:txBody>
      </p:sp>
    </p:spTree>
    <p:extLst>
      <p:ext uri="{BB962C8B-B14F-4D97-AF65-F5344CB8AC3E}">
        <p14:creationId xmlns:p14="http://schemas.microsoft.com/office/powerpoint/2010/main" val="3025493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D05E4-CEB5-4C9D-8536-09069F030474}"/>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4791077A-B646-46F1-BD4B-EFB84304749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1A8B19F4-F737-4DA7-B16E-FC081A3A0F73}"/>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5" name="Footer Placeholder 4">
            <a:extLst>
              <a:ext uri="{FF2B5EF4-FFF2-40B4-BE49-F238E27FC236}">
                <a16:creationId xmlns:a16="http://schemas.microsoft.com/office/drawing/2014/main" id="{B4C37B6D-F86C-4D0C-BAFE-365DC186DD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DF3F-2A8A-4E7B-B9F3-F0C0634F4516}"/>
              </a:ext>
            </a:extLst>
          </p:cNvPr>
          <p:cNvSpPr>
            <a:spLocks noGrp="1"/>
          </p:cNvSpPr>
          <p:nvPr>
            <p:ph type="sldNum" sz="quarter" idx="12"/>
          </p:nvPr>
        </p:nvSpPr>
        <p:spPr/>
        <p:txBody>
          <a:bodyPr/>
          <a:lstStyle/>
          <a:p>
            <a:fld id="{97BB9E5F-E5FF-457C-9EF3-0E0EE116FA91}" type="slidenum">
              <a:rPr lang="en-US" smtClean="0"/>
              <a:pPr/>
              <a:t>‹#›</a:t>
            </a:fld>
            <a:endParaRPr lang="en-US"/>
          </a:p>
        </p:txBody>
      </p:sp>
    </p:spTree>
    <p:extLst>
      <p:ext uri="{BB962C8B-B14F-4D97-AF65-F5344CB8AC3E}">
        <p14:creationId xmlns:p14="http://schemas.microsoft.com/office/powerpoint/2010/main" val="36453799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BD8F60-D653-43AF-B859-BD0C2334FCE5}"/>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D34BD450-063B-431B-9649-D8141BE87DFE}"/>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957F6D7D-DBEC-4F1A-80A3-46CE9247B4F3}"/>
              </a:ext>
            </a:extLst>
          </p:cNvPr>
          <p:cNvSpPr>
            <a:spLocks noGrp="1"/>
          </p:cNvSpPr>
          <p:nvPr>
            <p:ph type="dt" sz="half" idx="10"/>
          </p:nvPr>
        </p:nvSpPr>
        <p:spPr/>
        <p:txBody>
          <a:bodyPr/>
          <a:lstStyle/>
          <a:p>
            <a:fld id="{BCCB7E1C-73A6-4A9A-BD6D-37E97017B9CC}" type="datetimeFigureOut">
              <a:rPr lang="en-TZ" smtClean="0"/>
              <a:t>23/04/2026</a:t>
            </a:fld>
            <a:endParaRPr lang="en-TZ"/>
          </a:p>
        </p:txBody>
      </p:sp>
      <p:sp>
        <p:nvSpPr>
          <p:cNvPr id="5" name="Footer Placeholder 4">
            <a:extLst>
              <a:ext uri="{FF2B5EF4-FFF2-40B4-BE49-F238E27FC236}">
                <a16:creationId xmlns:a16="http://schemas.microsoft.com/office/drawing/2014/main" id="{EF3499F5-AF5E-4BE1-9538-E5ADCC06F5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3E713A-4A7E-4756-A8BC-04A6993A1D6C}"/>
              </a:ext>
            </a:extLst>
          </p:cNvPr>
          <p:cNvSpPr>
            <a:spLocks noGrp="1"/>
          </p:cNvSpPr>
          <p:nvPr>
            <p:ph type="sldNum" sz="quarter" idx="12"/>
          </p:nvPr>
        </p:nvSpPr>
        <p:spPr/>
        <p:txBody>
          <a:bodyPr/>
          <a:lstStyle/>
          <a:p>
            <a:fld id="{97BB9E5F-E5FF-457C-9EF3-0E0EE116FA91}" type="slidenum">
              <a:rPr lang="en-US" smtClean="0"/>
              <a:pPr/>
              <a:t>‹#›</a:t>
            </a:fld>
            <a:endParaRPr lang="en-US"/>
          </a:p>
        </p:txBody>
      </p:sp>
    </p:spTree>
    <p:extLst>
      <p:ext uri="{BB962C8B-B14F-4D97-AF65-F5344CB8AC3E}">
        <p14:creationId xmlns:p14="http://schemas.microsoft.com/office/powerpoint/2010/main" val="16398353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487363"/>
          </a:xfrm>
        </p:spPr>
        <p:txBody>
          <a:bodyPr/>
          <a:lstStyle/>
          <a:p>
            <a:r>
              <a:rPr lang="en-US"/>
              <a:t>Click to edit Master title style</a:t>
            </a:r>
          </a:p>
        </p:txBody>
      </p:sp>
      <p:sp>
        <p:nvSpPr>
          <p:cNvPr id="3" name="Text Placeholder 2"/>
          <p:cNvSpPr>
            <a:spLocks noGrp="1"/>
          </p:cNvSpPr>
          <p:nvPr>
            <p:ph type="body" sz="half" idx="1"/>
          </p:nvPr>
        </p:nvSpPr>
        <p:spPr>
          <a:xfrm>
            <a:off x="304800" y="990600"/>
            <a:ext cx="4191000" cy="5135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90600"/>
            <a:ext cx="4191000" cy="5135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endParaRPr lang="en-US"/>
          </a:p>
        </p:txBody>
      </p:sp>
      <p:sp>
        <p:nvSpPr>
          <p:cNvPr id="6" name="Rectangle 6"/>
          <p:cNvSpPr>
            <a:spLocks noGrp="1" noChangeArrowheads="1"/>
          </p:cNvSpPr>
          <p:nvPr>
            <p:ph type="sldNum" sz="quarter" idx="11"/>
          </p:nvPr>
        </p:nvSpPr>
        <p:spPr>
          <a:ln/>
        </p:spPr>
        <p:txBody>
          <a:bodyPr/>
          <a:lstStyle>
            <a:lvl1pPr>
              <a:defRPr/>
            </a:lvl1pPr>
          </a:lstStyle>
          <a:p>
            <a:fld id="{97BB9E5F-E5FF-457C-9EF3-0E0EE116FA91}" type="slidenum">
              <a:rPr lang="en-US" smtClean="0"/>
              <a:pPr/>
              <a:t>‹#›</a:t>
            </a:fld>
            <a:endParaRPr lang="en-US"/>
          </a:p>
        </p:txBody>
      </p:sp>
    </p:spTree>
    <p:extLst>
      <p:ext uri="{BB962C8B-B14F-4D97-AF65-F5344CB8AC3E}">
        <p14:creationId xmlns:p14="http://schemas.microsoft.com/office/powerpoint/2010/main" val="3769525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286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2291" name="Rectangle 3"/>
          <p:cNvSpPr>
            <a:spLocks noGrp="1" noChangeArrowheads="1"/>
          </p:cNvSpPr>
          <p:nvPr>
            <p:ph type="body" idx="1"/>
          </p:nvPr>
        </p:nvSpPr>
        <p:spPr bwMode="auto">
          <a:xfrm>
            <a:off x="304800" y="990600"/>
            <a:ext cx="8534400" cy="5135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381000" y="6384925"/>
            <a:ext cx="50292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baseline="0">
                <a:solidFill>
                  <a:srgbClr val="000066"/>
                </a:solidFill>
                <a:latin typeface="Arial" pitchFamily="34" charset="0"/>
              </a:defRPr>
            </a:lvl1pPr>
          </a:lstStyle>
          <a:p>
            <a:endParaRPr lang="en-US"/>
          </a:p>
        </p:txBody>
      </p:sp>
      <p:sp>
        <p:nvSpPr>
          <p:cNvPr id="1030" name="Rectangle 6"/>
          <p:cNvSpPr>
            <a:spLocks noGrp="1" noChangeArrowheads="1"/>
          </p:cNvSpPr>
          <p:nvPr>
            <p:ph type="sldNum" sz="quarter" idx="4"/>
          </p:nvPr>
        </p:nvSpPr>
        <p:spPr bwMode="auto">
          <a:xfrm>
            <a:off x="6553200" y="6324600"/>
            <a:ext cx="21336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aseline="0">
                <a:latin typeface="Arial" pitchFamily="34" charset="0"/>
              </a:defRPr>
            </a:lvl1pPr>
          </a:lstStyle>
          <a:p>
            <a:fld id="{97BB9E5F-E5FF-457C-9EF3-0E0EE116FA91}" type="slidenum">
              <a:rPr lang="en-US" smtClean="0"/>
              <a:pPr/>
              <a:t>‹#›</a:t>
            </a:fld>
            <a:endParaRPr lang="en-US"/>
          </a:p>
        </p:txBody>
      </p:sp>
      <p:pic>
        <p:nvPicPr>
          <p:cNvPr id="12294" name="Picture 8" descr="ESYSTlogo"/>
          <p:cNvPicPr>
            <a:picLocks noChangeAspect="1" noChangeArrowheads="1"/>
          </p:cNvPicPr>
          <p:nvPr/>
        </p:nvPicPr>
        <p:blipFill>
          <a:blip r:embed="rId15"/>
          <a:srcRect/>
          <a:stretch>
            <a:fillRect/>
          </a:stretch>
        </p:blipFill>
        <p:spPr bwMode="auto">
          <a:xfrm>
            <a:off x="304800" y="6305550"/>
            <a:ext cx="1600200" cy="5524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rtl="0" eaLnBrk="1" fontAlgn="base" hangingPunct="1">
        <a:spcBef>
          <a:spcPct val="0"/>
        </a:spcBef>
        <a:spcAft>
          <a:spcPct val="0"/>
        </a:spcAft>
        <a:defRPr sz="3600" b="1">
          <a:solidFill>
            <a:srgbClr val="000066"/>
          </a:solidFill>
          <a:effectLst>
            <a:outerShdw blurRad="38100" dist="38100" dir="2700000" algn="tl">
              <a:srgbClr val="C0C0C0"/>
            </a:outerShdw>
          </a:effectLst>
          <a:latin typeface="+mj-lt"/>
          <a:ea typeface="+mj-ea"/>
          <a:cs typeface="+mj-cs"/>
        </a:defRPr>
      </a:lvl1pPr>
      <a:lvl2pPr algn="ctr" rtl="0" eaLnBrk="1" fontAlgn="base" hangingPunct="1">
        <a:spcBef>
          <a:spcPct val="0"/>
        </a:spcBef>
        <a:spcAft>
          <a:spcPct val="0"/>
        </a:spcAft>
        <a:defRPr sz="3600" b="1">
          <a:solidFill>
            <a:srgbClr val="000066"/>
          </a:solidFill>
          <a:effectLst>
            <a:outerShdw blurRad="38100" dist="38100" dir="2700000" algn="tl">
              <a:srgbClr val="C0C0C0"/>
            </a:outerShdw>
          </a:effectLst>
          <a:latin typeface="Arial" pitchFamily="34" charset="0"/>
        </a:defRPr>
      </a:lvl2pPr>
      <a:lvl3pPr algn="ctr" rtl="0" eaLnBrk="1" fontAlgn="base" hangingPunct="1">
        <a:spcBef>
          <a:spcPct val="0"/>
        </a:spcBef>
        <a:spcAft>
          <a:spcPct val="0"/>
        </a:spcAft>
        <a:defRPr sz="3600" b="1">
          <a:solidFill>
            <a:srgbClr val="000066"/>
          </a:solidFill>
          <a:effectLst>
            <a:outerShdw blurRad="38100" dist="38100" dir="2700000" algn="tl">
              <a:srgbClr val="C0C0C0"/>
            </a:outerShdw>
          </a:effectLst>
          <a:latin typeface="Arial" pitchFamily="34" charset="0"/>
        </a:defRPr>
      </a:lvl3pPr>
      <a:lvl4pPr algn="ctr" rtl="0" eaLnBrk="1" fontAlgn="base" hangingPunct="1">
        <a:spcBef>
          <a:spcPct val="0"/>
        </a:spcBef>
        <a:spcAft>
          <a:spcPct val="0"/>
        </a:spcAft>
        <a:defRPr sz="3600" b="1">
          <a:solidFill>
            <a:srgbClr val="000066"/>
          </a:solidFill>
          <a:effectLst>
            <a:outerShdw blurRad="38100" dist="38100" dir="2700000" algn="tl">
              <a:srgbClr val="C0C0C0"/>
            </a:outerShdw>
          </a:effectLst>
          <a:latin typeface="Arial" pitchFamily="34" charset="0"/>
        </a:defRPr>
      </a:lvl4pPr>
      <a:lvl5pPr algn="ctr" rtl="0" eaLnBrk="1" fontAlgn="base" hangingPunct="1">
        <a:spcBef>
          <a:spcPct val="0"/>
        </a:spcBef>
        <a:spcAft>
          <a:spcPct val="0"/>
        </a:spcAft>
        <a:defRPr sz="3600" b="1">
          <a:solidFill>
            <a:srgbClr val="000066"/>
          </a:solidFill>
          <a:effectLst>
            <a:outerShdw blurRad="38100" dist="38100" dir="2700000" algn="tl">
              <a:srgbClr val="C0C0C0"/>
            </a:outerShdw>
          </a:effectLst>
          <a:latin typeface="Arial" pitchFamily="34" charset="0"/>
        </a:defRPr>
      </a:lvl5pPr>
      <a:lvl6pPr marL="457200" algn="ctr" rtl="0" eaLnBrk="1" fontAlgn="base" hangingPunct="1">
        <a:spcBef>
          <a:spcPct val="0"/>
        </a:spcBef>
        <a:spcAft>
          <a:spcPct val="0"/>
        </a:spcAft>
        <a:defRPr sz="3600" b="1">
          <a:solidFill>
            <a:srgbClr val="000066"/>
          </a:solidFill>
          <a:effectLst>
            <a:outerShdw blurRad="38100" dist="38100" dir="2700000" algn="tl">
              <a:srgbClr val="C0C0C0"/>
            </a:outerShdw>
          </a:effectLst>
          <a:latin typeface="Arial" pitchFamily="34" charset="0"/>
        </a:defRPr>
      </a:lvl6pPr>
      <a:lvl7pPr marL="914400" algn="ctr" rtl="0" eaLnBrk="1" fontAlgn="base" hangingPunct="1">
        <a:spcBef>
          <a:spcPct val="0"/>
        </a:spcBef>
        <a:spcAft>
          <a:spcPct val="0"/>
        </a:spcAft>
        <a:defRPr sz="3600" b="1">
          <a:solidFill>
            <a:srgbClr val="000066"/>
          </a:solidFill>
          <a:effectLst>
            <a:outerShdw blurRad="38100" dist="38100" dir="2700000" algn="tl">
              <a:srgbClr val="C0C0C0"/>
            </a:outerShdw>
          </a:effectLst>
          <a:latin typeface="Arial" pitchFamily="34" charset="0"/>
        </a:defRPr>
      </a:lvl7pPr>
      <a:lvl8pPr marL="1371600" algn="ctr" rtl="0" eaLnBrk="1" fontAlgn="base" hangingPunct="1">
        <a:spcBef>
          <a:spcPct val="0"/>
        </a:spcBef>
        <a:spcAft>
          <a:spcPct val="0"/>
        </a:spcAft>
        <a:defRPr sz="3600" b="1">
          <a:solidFill>
            <a:srgbClr val="000066"/>
          </a:solidFill>
          <a:effectLst>
            <a:outerShdw blurRad="38100" dist="38100" dir="2700000" algn="tl">
              <a:srgbClr val="C0C0C0"/>
            </a:outerShdw>
          </a:effectLst>
          <a:latin typeface="Arial" pitchFamily="34" charset="0"/>
        </a:defRPr>
      </a:lvl8pPr>
      <a:lvl9pPr marL="1828800" algn="ctr" rtl="0" eaLnBrk="1" fontAlgn="base" hangingPunct="1">
        <a:spcBef>
          <a:spcPct val="0"/>
        </a:spcBef>
        <a:spcAft>
          <a:spcPct val="0"/>
        </a:spcAft>
        <a:defRPr sz="3600" b="1">
          <a:solidFill>
            <a:srgbClr val="000066"/>
          </a:solidFill>
          <a:effectLst>
            <a:outerShdw blurRad="38100" dist="38100" dir="2700000" algn="tl">
              <a:srgbClr val="C0C0C0"/>
            </a:outerShdw>
          </a:effectLst>
          <a:latin typeface="Arial" pitchFamily="34"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p>
            <a:r>
              <a:rPr kumimoji="0" lang="en-US"/>
              <a:t>Click to edit Master title style</a:t>
            </a:r>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endParaRPr lang="en-US"/>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US"/>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5C520ECF-EDD0-4ACC-BD7C-F8ABF0331A9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6ED6A6-A8B9-4D3A-81C8-CD97A0226B9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47E9EDE3-47E4-45A1-B8F1-E5D5D1A0A4B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A941982E-A99A-4298-AAA9-54991349C3F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CCB7E1C-73A6-4A9A-BD6D-37E97017B9CC}" type="datetimeFigureOut">
              <a:rPr lang="en-TZ" smtClean="0"/>
              <a:t>23/04/2026</a:t>
            </a:fld>
            <a:endParaRPr lang="en-TZ"/>
          </a:p>
        </p:txBody>
      </p:sp>
      <p:sp>
        <p:nvSpPr>
          <p:cNvPr id="5" name="Footer Placeholder 4">
            <a:extLst>
              <a:ext uri="{FF2B5EF4-FFF2-40B4-BE49-F238E27FC236}">
                <a16:creationId xmlns:a16="http://schemas.microsoft.com/office/drawing/2014/main" id="{AC7FD479-EDFA-488C-AAFC-FAABB3CC184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A1E97-9CD7-4031-B818-6A13B6E8C27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7BB9E5F-E5FF-457C-9EF3-0E0EE116FA91}" type="slidenum">
              <a:rPr lang="en-US" smtClean="0"/>
              <a:pPr/>
              <a:t>‹#›</a:t>
            </a:fld>
            <a:endParaRPr lang="en-US"/>
          </a:p>
        </p:txBody>
      </p:sp>
    </p:spTree>
    <p:extLst>
      <p:ext uri="{BB962C8B-B14F-4D97-AF65-F5344CB8AC3E}">
        <p14:creationId xmlns:p14="http://schemas.microsoft.com/office/powerpoint/2010/main" val="22852194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TZ"/>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0.xml"/><Relationship Id="rId1" Type="http://schemas.openxmlformats.org/officeDocument/2006/relationships/slideLayout" Target="../slideLayouts/slideLayout25.xml"/><Relationship Id="rId6" Type="http://schemas.openxmlformats.org/officeDocument/2006/relationships/image" Target="../media/image19.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9.emf"/><Relationship Id="rId2" Type="http://schemas.openxmlformats.org/officeDocument/2006/relationships/notesSlide" Target="../notesSlides/notesSlide19.xml"/><Relationship Id="rId1" Type="http://schemas.openxmlformats.org/officeDocument/2006/relationships/slideLayout" Target="../slideLayouts/slideLayout35.xml"/><Relationship Id="rId4" Type="http://schemas.openxmlformats.org/officeDocument/2006/relationships/customXml" Target="../ink/ink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5.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693737" y="117479"/>
            <a:ext cx="7772400" cy="5076940"/>
          </a:xfrm>
          <a:prstGeom prst="rect">
            <a:avLst/>
          </a:prstGeom>
        </p:spPr>
        <p:txBody>
          <a:bodyPr vert="horz" lIns="91440" tIns="45720" rIns="91440" bIns="45720" rtlCol="0" anchor="t">
            <a:normAutofit/>
          </a:bodyPr>
          <a:lstStyle/>
          <a:p>
            <a:pPr algn="ctr" defTabSz="685800">
              <a:lnSpc>
                <a:spcPct val="70000"/>
              </a:lnSpc>
              <a:spcBef>
                <a:spcPct val="0"/>
              </a:spcBef>
              <a:defRPr/>
            </a:pPr>
            <a: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MBEYA UNIVERSITY OF SCIENCE AND TECHNOLOGY</a:t>
            </a:r>
            <a:b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COLLEGE OF ENGINEERING AND TECHNOLOGY</a:t>
            </a:r>
            <a:b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r>
              <a:rPr kumimoji="0" lang="en-US" sz="1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DEPARTMENT OF MECHANICAL AND INDUSTRIAL ENGINEERING</a:t>
            </a:r>
            <a:b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MODULE_ME </a:t>
            </a:r>
            <a:r>
              <a:rPr lang="en-US" sz="2000" dirty="0">
                <a:latin typeface="Adobe Garamond Pro Bold" panose="02020702060506020403" pitchFamily="18" charset="0"/>
                <a:ea typeface="+mj-ea"/>
                <a:cs typeface="+mj-cs"/>
              </a:rPr>
              <a:t>6215</a:t>
            </a:r>
            <a: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 </a:t>
            </a:r>
            <a:r>
              <a:rPr lang="en-US" sz="2400" dirty="0">
                <a:latin typeface="Adobe Garamond Pro Bold" panose="02020702060506020403" pitchFamily="18" charset="0"/>
                <a:ea typeface="+mj-ea"/>
                <a:cs typeface="+mj-cs"/>
              </a:rPr>
              <a:t>Programmable Logical Controller I</a:t>
            </a:r>
            <a:endParaRPr lang="en-TZ" sz="2400" dirty="0">
              <a:latin typeface="Adobe Garamond Pro Bold" panose="02020702060506020403" pitchFamily="18" charset="0"/>
              <a:ea typeface="+mj-ea"/>
              <a:cs typeface="+mj-cs"/>
            </a:endParaRPr>
          </a:p>
          <a:p>
            <a:pPr marL="0" marR="0" lvl="0" indent="0" algn="ctr" defTabSz="685800" rtl="0" eaLnBrk="1" fontAlgn="auto" latinLnBrk="0" hangingPunct="1">
              <a:lnSpc>
                <a:spcPct val="70000"/>
              </a:lnSpc>
              <a:spcBef>
                <a:spcPct val="0"/>
              </a:spcBef>
              <a:spcAft>
                <a:spcPts val="0"/>
              </a:spcAft>
              <a:buClrTx/>
              <a:buSzTx/>
              <a:buFontTx/>
              <a:buNone/>
              <a:tabLst/>
              <a:defRPr/>
            </a:pPr>
            <a:endParaRPr lang="en-US" sz="2000" dirty="0">
              <a:latin typeface="Adobe Garamond Pro Bold" panose="02020702060506020403" pitchFamily="18" charset="0"/>
              <a:ea typeface="+mj-ea"/>
              <a:cs typeface="+mj-cs"/>
            </a:endParaRPr>
          </a:p>
          <a:p>
            <a:pPr marL="0" marR="0" lvl="0" indent="0" algn="ctr" defTabSz="685800" rtl="0" eaLnBrk="1" fontAlgn="auto" latinLnBrk="0" hangingPunct="1">
              <a:lnSpc>
                <a:spcPct val="70000"/>
              </a:lnSpc>
              <a:spcBef>
                <a:spcPct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COURSE CREDIT:</a:t>
            </a:r>
            <a:r>
              <a:rPr kumimoji="0" lang="en-US" sz="2000" b="1" i="0" u="none" strike="noStrike" kern="1200" cap="none" spc="0" normalizeH="0" noProof="0" dirty="0">
                <a:ln>
                  <a:noFill/>
                </a:ln>
                <a:solidFill>
                  <a:schemeClr val="tx1"/>
                </a:solidFill>
                <a:effectLst/>
                <a:uLnTx/>
                <a:uFillTx/>
                <a:latin typeface="Adobe Garamond Pro Bold" panose="02020702060506020403" pitchFamily="18" charset="0"/>
                <a:ea typeface="+mj-ea"/>
                <a:cs typeface="+mj-cs"/>
              </a:rPr>
              <a:t> 07</a:t>
            </a:r>
            <a:endParaRPr kumimoji="0" lang="en-US" sz="1800" b="1"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endParaRPr>
          </a:p>
        </p:txBody>
      </p:sp>
      <p:pic>
        <p:nvPicPr>
          <p:cNvPr id="10" name="Picture 9"/>
          <p:cNvPicPr>
            <a:picLocks noChangeAspect="1"/>
          </p:cNvPicPr>
          <p:nvPr/>
        </p:nvPicPr>
        <p:blipFill>
          <a:blip r:embed="rId2" cstate="print"/>
          <a:stretch>
            <a:fillRect/>
          </a:stretch>
        </p:blipFill>
        <p:spPr>
          <a:xfrm>
            <a:off x="3352800" y="914400"/>
            <a:ext cx="1981200" cy="1361896"/>
          </a:xfrm>
          <a:prstGeom prst="rect">
            <a:avLst/>
          </a:prstGeom>
        </p:spPr>
      </p:pic>
      <p:sp>
        <p:nvSpPr>
          <p:cNvPr id="3" name="TextBox 2">
            <a:extLst>
              <a:ext uri="{FF2B5EF4-FFF2-40B4-BE49-F238E27FC236}">
                <a16:creationId xmlns:a16="http://schemas.microsoft.com/office/drawing/2014/main" id="{048F92EF-81CA-FFF8-7CEA-80A5C0B947CC}"/>
              </a:ext>
            </a:extLst>
          </p:cNvPr>
          <p:cNvSpPr txBox="1"/>
          <p:nvPr/>
        </p:nvSpPr>
        <p:spPr>
          <a:xfrm>
            <a:off x="151869" y="5835709"/>
            <a:ext cx="3086100" cy="523220"/>
          </a:xfrm>
          <a:prstGeom prst="rect">
            <a:avLst/>
          </a:prstGeom>
          <a:noFill/>
        </p:spPr>
        <p:txBody>
          <a:bodyPr wrap="square">
            <a:spAutoFit/>
          </a:bodyPr>
          <a:lstStyle/>
          <a:p>
            <a:pPr algn="ctr"/>
            <a:r>
              <a:rPr kumimoji="0" lang="en-US" sz="2800" b="0" i="0" u="none" strike="noStrike" kern="1200" cap="none" spc="0" normalizeH="0" baseline="0" noProof="0" dirty="0">
                <a:ln>
                  <a:noFill/>
                </a:ln>
                <a:solidFill>
                  <a:srgbClr val="C00000"/>
                </a:solidFill>
                <a:effectLst/>
                <a:uLnTx/>
                <a:uFillTx/>
                <a:latin typeface="Source Sans Pro Black" panose="020B0803030403020204" pitchFamily="34" charset="0"/>
                <a:ea typeface="Source Sans Pro Black" panose="020B0803030403020204" pitchFamily="34" charset="0"/>
                <a:cs typeface="+mj-cs"/>
              </a:rPr>
              <a:t>Lecture 3</a:t>
            </a:r>
            <a:endParaRPr lang="en-GB" sz="2800" dirty="0">
              <a:solidFill>
                <a:srgbClr val="C00000"/>
              </a:solidFill>
              <a:latin typeface="Source Sans Pro Black" panose="020B0803030403020204" pitchFamily="34" charset="0"/>
              <a:ea typeface="Source Sans Pro Black" panose="020B0803030403020204" pitchFamily="34" charset="0"/>
            </a:endParaRPr>
          </a:p>
        </p:txBody>
      </p:sp>
      <p:pic>
        <p:nvPicPr>
          <p:cNvPr id="6" name="Picture 5">
            <a:extLst>
              <a:ext uri="{FF2B5EF4-FFF2-40B4-BE49-F238E27FC236}">
                <a16:creationId xmlns:a16="http://schemas.microsoft.com/office/drawing/2014/main" id="{49D1DAFC-66C4-42A5-BBF3-2983D82AF3D2}"/>
              </a:ext>
            </a:extLst>
          </p:cNvPr>
          <p:cNvPicPr>
            <a:picLocks noChangeAspect="1"/>
          </p:cNvPicPr>
          <p:nvPr/>
        </p:nvPicPr>
        <p:blipFill>
          <a:blip r:embed="rId3"/>
          <a:stretch>
            <a:fillRect/>
          </a:stretch>
        </p:blipFill>
        <p:spPr>
          <a:xfrm>
            <a:off x="4572000" y="4370336"/>
            <a:ext cx="3350984" cy="2289457"/>
          </a:xfrm>
          <a:prstGeom prst="rect">
            <a:avLst/>
          </a:prstGeom>
        </p:spPr>
      </p:pic>
      <p:sp>
        <p:nvSpPr>
          <p:cNvPr id="13" name="Subtitle 2">
            <a:extLst>
              <a:ext uri="{FF2B5EF4-FFF2-40B4-BE49-F238E27FC236}">
                <a16:creationId xmlns:a16="http://schemas.microsoft.com/office/drawing/2014/main" id="{BE840FD5-F678-42F1-9689-91B3E0C63F54}"/>
              </a:ext>
            </a:extLst>
          </p:cNvPr>
          <p:cNvSpPr>
            <a:spLocks noGrp="1"/>
          </p:cNvSpPr>
          <p:nvPr/>
        </p:nvSpPr>
        <p:spPr bwMode="auto">
          <a:xfrm>
            <a:off x="182941" y="4707867"/>
            <a:ext cx="3550388" cy="11278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0" indent="0" algn="l" rtl="0" eaLnBrk="1" fontAlgn="base" hangingPunct="1">
              <a:spcBef>
                <a:spcPct val="20000"/>
              </a:spcBef>
              <a:spcAft>
                <a:spcPct val="0"/>
              </a:spcAft>
              <a:buFontTx/>
              <a:buNone/>
              <a:defRPr sz="2100">
                <a:solidFill>
                  <a:schemeClr val="tx1"/>
                </a:solidFill>
                <a:effectLst>
                  <a:outerShdw blurRad="38100" dist="38100" dir="2700000" algn="tl">
                    <a:srgbClr val="C0C0C0"/>
                  </a:outerShdw>
                </a:effectLst>
                <a:latin typeface="+mn-lt"/>
                <a:ea typeface="+mn-ea"/>
                <a:cs typeface="+mn-cs"/>
              </a:defRPr>
            </a:lvl1pPr>
            <a:lvl2pPr marL="557213" indent="-214313" algn="l" rtl="0" eaLnBrk="1" fontAlgn="base" hangingPunct="1">
              <a:spcBef>
                <a:spcPct val="20000"/>
              </a:spcBef>
              <a:spcAft>
                <a:spcPct val="0"/>
              </a:spcAft>
              <a:buChar char="–"/>
              <a:defRPr sz="2100">
                <a:solidFill>
                  <a:schemeClr val="tx1"/>
                </a:solidFill>
                <a:latin typeface="+mn-lt"/>
              </a:defRPr>
            </a:lvl2pPr>
            <a:lvl3pPr marL="857250" indent="-171450" algn="l" rtl="0" eaLnBrk="1" fontAlgn="base" hangingPunct="1">
              <a:spcBef>
                <a:spcPct val="20000"/>
              </a:spcBef>
              <a:spcAft>
                <a:spcPct val="0"/>
              </a:spcAft>
              <a:buChar char="•"/>
              <a:defRPr sz="1800">
                <a:solidFill>
                  <a:schemeClr val="tx1"/>
                </a:solidFill>
                <a:latin typeface="+mn-lt"/>
              </a:defRPr>
            </a:lvl3pPr>
            <a:lvl4pPr marL="1200150" indent="-171450" algn="l" rtl="0" eaLnBrk="1" fontAlgn="base" hangingPunct="1">
              <a:spcBef>
                <a:spcPct val="20000"/>
              </a:spcBef>
              <a:spcAft>
                <a:spcPct val="0"/>
              </a:spcAft>
              <a:buChar char="–"/>
              <a:defRPr sz="1500">
                <a:solidFill>
                  <a:schemeClr val="tx1"/>
                </a:solidFill>
                <a:latin typeface="+mn-lt"/>
              </a:defRPr>
            </a:lvl4pPr>
            <a:lvl5pPr marL="1543050" indent="-171450" algn="l" rtl="0" eaLnBrk="1" fontAlgn="base" hangingPunct="1">
              <a:spcBef>
                <a:spcPct val="20000"/>
              </a:spcBef>
              <a:spcAft>
                <a:spcPct val="0"/>
              </a:spcAft>
              <a:buChar char="»"/>
              <a:defRPr sz="1500">
                <a:solidFill>
                  <a:schemeClr val="tx1"/>
                </a:solidFill>
                <a:latin typeface="+mn-lt"/>
              </a:defRPr>
            </a:lvl5pPr>
            <a:lvl6pPr marL="1885950" indent="-171450" algn="l" rtl="0" eaLnBrk="1" fontAlgn="base" hangingPunct="1">
              <a:spcBef>
                <a:spcPct val="20000"/>
              </a:spcBef>
              <a:spcAft>
                <a:spcPct val="0"/>
              </a:spcAft>
              <a:buChar char="»"/>
              <a:defRPr sz="1500">
                <a:solidFill>
                  <a:schemeClr val="tx1"/>
                </a:solidFill>
                <a:latin typeface="+mn-lt"/>
              </a:defRPr>
            </a:lvl6pPr>
            <a:lvl7pPr marL="2228850" indent="-171450" algn="l" rtl="0" eaLnBrk="1" fontAlgn="base" hangingPunct="1">
              <a:spcBef>
                <a:spcPct val="20000"/>
              </a:spcBef>
              <a:spcAft>
                <a:spcPct val="0"/>
              </a:spcAft>
              <a:buChar char="»"/>
              <a:defRPr sz="1500">
                <a:solidFill>
                  <a:schemeClr val="tx1"/>
                </a:solidFill>
                <a:latin typeface="+mn-lt"/>
              </a:defRPr>
            </a:lvl7pPr>
            <a:lvl8pPr marL="2571750" indent="-171450" algn="l" rtl="0" eaLnBrk="1" fontAlgn="base" hangingPunct="1">
              <a:spcBef>
                <a:spcPct val="20000"/>
              </a:spcBef>
              <a:spcAft>
                <a:spcPct val="0"/>
              </a:spcAft>
              <a:buChar char="»"/>
              <a:defRPr sz="1500">
                <a:solidFill>
                  <a:schemeClr val="tx1"/>
                </a:solidFill>
                <a:latin typeface="+mn-lt"/>
              </a:defRPr>
            </a:lvl8pPr>
            <a:lvl9pPr marL="2914650" indent="-171450" algn="l" rtl="0" eaLnBrk="1" fontAlgn="base" hangingPunct="1">
              <a:spcBef>
                <a:spcPct val="20000"/>
              </a:spcBef>
              <a:spcAft>
                <a:spcPct val="0"/>
              </a:spcAft>
              <a:buChar char="»"/>
              <a:defRPr sz="1500">
                <a:solidFill>
                  <a:schemeClr val="tx1"/>
                </a:solidFill>
                <a:latin typeface="+mn-lt"/>
              </a:defRPr>
            </a:lvl9pPr>
          </a:lstStyle>
          <a:p>
            <a:pPr algn="l"/>
            <a:r>
              <a:rPr lang="en-US" sz="1100" dirty="0">
                <a:solidFill>
                  <a:srgbClr val="FF0000"/>
                </a:solidFill>
                <a:latin typeface="Times New Roman" pitchFamily="18" charset="0"/>
                <a:cs typeface="Times New Roman" pitchFamily="18" charset="0"/>
              </a:rPr>
              <a:t>Prepared by;</a:t>
            </a:r>
          </a:p>
          <a:p>
            <a:pPr algn="l"/>
            <a:r>
              <a:rPr lang="en-US" sz="1100" dirty="0">
                <a:solidFill>
                  <a:srgbClr val="FF0000"/>
                </a:solidFill>
                <a:latin typeface="Times New Roman" pitchFamily="18" charset="0"/>
                <a:cs typeface="Times New Roman" pitchFamily="18" charset="0"/>
              </a:rPr>
              <a:t>Dr. Masoud Kamoleka Mlela</a:t>
            </a:r>
          </a:p>
          <a:p>
            <a:pPr lvl="1"/>
            <a:r>
              <a:rPr lang="en-US" sz="1100" dirty="0">
                <a:solidFill>
                  <a:srgbClr val="FF0000"/>
                </a:solidFill>
                <a:latin typeface="Times New Roman" pitchFamily="18" charset="0"/>
                <a:cs typeface="Times New Roman" pitchFamily="18" charset="0"/>
              </a:rPr>
              <a:t>BSc. Electromechanical Engineering (UDSM)</a:t>
            </a:r>
          </a:p>
          <a:p>
            <a:pPr lvl="1"/>
            <a:r>
              <a:rPr lang="en-US" sz="1100" dirty="0">
                <a:solidFill>
                  <a:srgbClr val="FF0000"/>
                </a:solidFill>
                <a:latin typeface="Times New Roman" pitchFamily="18" charset="0"/>
                <a:cs typeface="Times New Roman" pitchFamily="18" charset="0"/>
              </a:rPr>
              <a:t>MSc, Renewable Energy (UDSM)</a:t>
            </a:r>
          </a:p>
          <a:p>
            <a:pPr lvl="1"/>
            <a:r>
              <a:rPr lang="en-US" sz="1100" dirty="0">
                <a:solidFill>
                  <a:srgbClr val="FF0000"/>
                </a:solidFill>
                <a:latin typeface="Times New Roman" pitchFamily="18" charset="0"/>
                <a:cs typeface="Times New Roman" pitchFamily="18" charset="0"/>
              </a:rPr>
              <a:t>PhD, Mechanical Engineering (HEU-CN).</a:t>
            </a:r>
          </a:p>
          <a:p>
            <a:pPr lvl="1"/>
            <a:endParaRPr lang="en-US" sz="11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821383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6037"/>
            <a:ext cx="8382000" cy="487363"/>
          </a:xfrm>
        </p:spPr>
        <p:txBody>
          <a:bodyPr>
            <a:normAutofit fontScale="90000"/>
          </a:bodyPr>
          <a:lstStyle/>
          <a:p>
            <a:pPr algn="l"/>
            <a:r>
              <a:rPr lang="en-US" sz="3200" dirty="0">
                <a:latin typeface="Rockwell" panose="02060603020205020403" pitchFamily="18" charset="0"/>
              </a:rPr>
              <a:t>Introduction to PLC</a:t>
            </a:r>
          </a:p>
        </p:txBody>
      </p:sp>
      <p:sp>
        <p:nvSpPr>
          <p:cNvPr id="3" name="Content Placeholder 2"/>
          <p:cNvSpPr>
            <a:spLocks noGrp="1"/>
          </p:cNvSpPr>
          <p:nvPr>
            <p:ph idx="1"/>
          </p:nvPr>
        </p:nvSpPr>
        <p:spPr>
          <a:xfrm>
            <a:off x="304800" y="533400"/>
            <a:ext cx="8534400" cy="5562600"/>
          </a:xfrm>
        </p:spPr>
        <p:txBody>
          <a:bodyPr/>
          <a:lstStyle/>
          <a:p>
            <a:pPr algn="just"/>
            <a:r>
              <a:rPr lang="en-US" sz="2300" dirty="0">
                <a:latin typeface="Rockwell" panose="02060603020205020403" pitchFamily="18" charset="0"/>
              </a:rPr>
              <a:t>Programmable logic controller can be defined as </a:t>
            </a:r>
            <a:r>
              <a:rPr lang="en-US" sz="2300" i="1" dirty="0">
                <a:latin typeface="Rockwell" panose="02060603020205020403" pitchFamily="18" charset="0"/>
                <a:cs typeface="Times New Roman" pitchFamily="18" charset="0"/>
              </a:rPr>
              <a:t>a </a:t>
            </a:r>
            <a:r>
              <a:rPr lang="en-US" sz="2300" i="1" dirty="0">
                <a:solidFill>
                  <a:srgbClr val="C00000"/>
                </a:solidFill>
                <a:latin typeface="Rockwell" panose="02060603020205020403" pitchFamily="18" charset="0"/>
                <a:cs typeface="Times New Roman" pitchFamily="18" charset="0"/>
              </a:rPr>
              <a:t>digital electronic device that uses a programmable memory to store instructions and to implement functions such as logic, sequencing, timing, counting and arithmetic in order to control machines and processes.</a:t>
            </a:r>
          </a:p>
          <a:p>
            <a:pPr algn="just"/>
            <a:r>
              <a:rPr lang="en-US" sz="2300" dirty="0">
                <a:latin typeface="Rockwell" panose="02060603020205020403" pitchFamily="18" charset="0"/>
              </a:rPr>
              <a:t>The term logic is used because the programming is primarily concerned with </a:t>
            </a:r>
            <a:r>
              <a:rPr lang="en-US" sz="2300" i="1" dirty="0">
                <a:solidFill>
                  <a:srgbClr val="0000FF"/>
                </a:solidFill>
                <a:latin typeface="Rockwell" panose="02060603020205020403" pitchFamily="18" charset="0"/>
                <a:cs typeface="Times New Roman" pitchFamily="18" charset="0"/>
              </a:rPr>
              <a:t>implementing logic </a:t>
            </a:r>
            <a:r>
              <a:rPr lang="en-US" sz="2300" dirty="0">
                <a:latin typeface="Rockwell" panose="02060603020205020403" pitchFamily="18" charset="0"/>
              </a:rPr>
              <a:t>and</a:t>
            </a:r>
            <a:r>
              <a:rPr lang="en-US" sz="2300" dirty="0">
                <a:solidFill>
                  <a:srgbClr val="0000FF"/>
                </a:solidFill>
                <a:latin typeface="Rockwell" panose="02060603020205020403" pitchFamily="18" charset="0"/>
              </a:rPr>
              <a:t> </a:t>
            </a:r>
            <a:r>
              <a:rPr lang="en-US" sz="2300" i="1" dirty="0">
                <a:solidFill>
                  <a:srgbClr val="0000FF"/>
                </a:solidFill>
                <a:latin typeface="Rockwell" panose="02060603020205020403" pitchFamily="18" charset="0"/>
                <a:cs typeface="Times New Roman" pitchFamily="18" charset="0"/>
              </a:rPr>
              <a:t>switching operations</a:t>
            </a:r>
          </a:p>
          <a:p>
            <a:pPr algn="just"/>
            <a:r>
              <a:rPr lang="en-US" sz="2300" dirty="0">
                <a:latin typeface="Rockwell" panose="02060603020205020403" pitchFamily="18" charset="0"/>
              </a:rPr>
              <a:t>In put devices, e.g. </a:t>
            </a:r>
            <a:r>
              <a:rPr lang="en-US" sz="2300" i="1" dirty="0">
                <a:latin typeface="Rockwell" panose="02060603020205020403" pitchFamily="18" charset="0"/>
                <a:cs typeface="Times New Roman" pitchFamily="18" charset="0"/>
              </a:rPr>
              <a:t>switches, keyboards, actuator and sensor</a:t>
            </a:r>
            <a:r>
              <a:rPr lang="en-US" sz="2300" dirty="0">
                <a:latin typeface="Rockwell" panose="02060603020205020403" pitchFamily="18" charset="0"/>
              </a:rPr>
              <a:t>. output devices e.g. </a:t>
            </a:r>
            <a:r>
              <a:rPr lang="en-US" sz="2300" i="1" dirty="0">
                <a:latin typeface="Rockwell" panose="02060603020205020403" pitchFamily="18" charset="0"/>
                <a:cs typeface="Times New Roman" pitchFamily="18" charset="0"/>
              </a:rPr>
              <a:t>motors</a:t>
            </a:r>
            <a:r>
              <a:rPr lang="en-US" sz="2300" dirty="0">
                <a:latin typeface="Rockwell" panose="02060603020205020403" pitchFamily="18" charset="0"/>
              </a:rPr>
              <a:t>, being controlled are connected to the PLC and then the controller monitors the inputs and outputs according to this program stored in the PLC by the operator and so control the machine or processes.</a:t>
            </a:r>
          </a:p>
          <a:p>
            <a:pPr algn="just"/>
            <a:r>
              <a:rPr lang="en-US" sz="2300" dirty="0">
                <a:latin typeface="Rockwell" panose="02060603020205020403" pitchFamily="18" charset="0"/>
              </a:rPr>
              <a:t>Originally they were designed as a replacement for hard-wired relay and timer logic control system</a:t>
            </a:r>
          </a:p>
          <a:p>
            <a:pPr algn="just"/>
            <a:endParaRPr lang="en-US" sz="2300" dirty="0">
              <a:latin typeface="Rockwell" panose="02060603020205020403" pitchFamily="18" charset="0"/>
            </a:endParaRPr>
          </a:p>
          <a:p>
            <a:pPr algn="just"/>
            <a:endParaRPr lang="en-US" sz="2300" dirty="0">
              <a:latin typeface="Rockwell" panose="02060603020205020403" pitchFamily="18" charset="0"/>
            </a:endParaRPr>
          </a:p>
          <a:p>
            <a:pPr algn="just"/>
            <a:endParaRPr lang="en-US" sz="2300" dirty="0">
              <a:latin typeface="Rockwell" panose="02060603020205020403" pitchFamily="18" charset="0"/>
            </a:endParaRPr>
          </a:p>
        </p:txBody>
      </p:sp>
      <p:sp>
        <p:nvSpPr>
          <p:cNvPr id="4" name="Slide Number Placeholder 3"/>
          <p:cNvSpPr>
            <a:spLocks noGrp="1"/>
          </p:cNvSpPr>
          <p:nvPr>
            <p:ph type="sldNum" sz="quarter" idx="12"/>
          </p:nvPr>
        </p:nvSpPr>
        <p:spPr/>
        <p:txBody>
          <a:bodyPr/>
          <a:lstStyle/>
          <a:p>
            <a:fld id="{97BB9E5F-E5FF-457C-9EF3-0E0EE116FA91}"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98437"/>
            <a:ext cx="8686800" cy="487363"/>
          </a:xfrm>
        </p:spPr>
        <p:txBody>
          <a:bodyPr>
            <a:normAutofit fontScale="90000"/>
          </a:bodyPr>
          <a:lstStyle/>
          <a:p>
            <a:r>
              <a:rPr lang="en-US" b="1" dirty="0">
                <a:latin typeface="Rockwell" panose="02060603020205020403" pitchFamily="18" charset="0"/>
              </a:rPr>
              <a:t>Introduction to PLC (Contd.)</a:t>
            </a:r>
          </a:p>
        </p:txBody>
      </p:sp>
      <p:sp>
        <p:nvSpPr>
          <p:cNvPr id="3" name="Content Placeholder 2"/>
          <p:cNvSpPr>
            <a:spLocks noGrp="1"/>
          </p:cNvSpPr>
          <p:nvPr>
            <p:ph idx="1"/>
          </p:nvPr>
        </p:nvSpPr>
        <p:spPr>
          <a:xfrm>
            <a:off x="304800" y="838200"/>
            <a:ext cx="8534400" cy="5562600"/>
          </a:xfrm>
        </p:spPr>
        <p:txBody>
          <a:bodyPr/>
          <a:lstStyle/>
          <a:p>
            <a:pPr algn="just"/>
            <a:r>
              <a:rPr lang="en-US" sz="2300" dirty="0">
                <a:latin typeface="Rockwell" panose="02060603020205020403" pitchFamily="18" charset="0"/>
              </a:rPr>
              <a:t> PLCs have the great advantage that </a:t>
            </a:r>
            <a:r>
              <a:rPr lang="en-US" sz="2300" i="1" dirty="0">
                <a:solidFill>
                  <a:srgbClr val="0000FF"/>
                </a:solidFill>
                <a:latin typeface="Rockwell" panose="02060603020205020403" pitchFamily="18" charset="0"/>
                <a:cs typeface="Times New Roman" pitchFamily="18" charset="0"/>
              </a:rPr>
              <a:t>it is possible to modify a control system without having to rewire the connections to the input and output devices, the only requirement being that an operator has to key in a different set of instructions</a:t>
            </a:r>
            <a:r>
              <a:rPr lang="en-US" sz="2300" i="1" dirty="0">
                <a:latin typeface="Rockwell" panose="02060603020205020403" pitchFamily="18" charset="0"/>
                <a:cs typeface="Times New Roman" pitchFamily="18" charset="0"/>
              </a:rPr>
              <a:t>.</a:t>
            </a:r>
          </a:p>
          <a:p>
            <a:pPr algn="just">
              <a:buNone/>
            </a:pPr>
            <a:endParaRPr lang="en-US" sz="400" dirty="0">
              <a:latin typeface="Rockwell" panose="02060603020205020403" pitchFamily="18" charset="0"/>
            </a:endParaRPr>
          </a:p>
          <a:p>
            <a:pPr algn="just"/>
            <a:r>
              <a:rPr lang="en-US" sz="2300" dirty="0">
                <a:latin typeface="Rockwell" panose="02060603020205020403" pitchFamily="18" charset="0"/>
              </a:rPr>
              <a:t>PLCs are similar to computers but have certain feature which are specific to their use as controller. These are:</a:t>
            </a:r>
          </a:p>
          <a:p>
            <a:pPr lvl="1" algn="just"/>
            <a:r>
              <a:rPr lang="en-US" sz="1900" dirty="0">
                <a:latin typeface="Rockwell" panose="02060603020205020403" pitchFamily="18" charset="0"/>
              </a:rPr>
              <a:t>They are rugged and designed to withstand vibrations, temperature, humidity and noise</a:t>
            </a:r>
          </a:p>
          <a:p>
            <a:pPr lvl="1" algn="just">
              <a:buNone/>
            </a:pPr>
            <a:endParaRPr lang="en-US" sz="1900" dirty="0">
              <a:latin typeface="Rockwell" panose="02060603020205020403" pitchFamily="18" charset="0"/>
            </a:endParaRPr>
          </a:p>
          <a:p>
            <a:pPr lvl="1" algn="just"/>
            <a:r>
              <a:rPr lang="en-US" sz="1900" dirty="0">
                <a:latin typeface="Rockwell" panose="02060603020205020403" pitchFamily="18" charset="0"/>
              </a:rPr>
              <a:t>The interfacing for inputs and outputs is inside the controller</a:t>
            </a:r>
          </a:p>
          <a:p>
            <a:pPr lvl="1" algn="just">
              <a:buNone/>
            </a:pPr>
            <a:endParaRPr lang="en-US" sz="1900" dirty="0">
              <a:latin typeface="Rockwell" panose="02060603020205020403" pitchFamily="18" charset="0"/>
            </a:endParaRPr>
          </a:p>
          <a:p>
            <a:pPr lvl="1" algn="just"/>
            <a:r>
              <a:rPr lang="en-US" sz="1900" dirty="0">
                <a:latin typeface="Rockwell" panose="02060603020205020403" pitchFamily="18" charset="0"/>
              </a:rPr>
              <a:t>They are easily programmed and have an easily understood  programming language. Programming is primarily concerned with logic and switching operation</a:t>
            </a:r>
          </a:p>
          <a:p>
            <a:pPr algn="just"/>
            <a:endParaRPr lang="en-US" sz="2300" dirty="0">
              <a:latin typeface="Rockwell" panose="02060603020205020403" pitchFamily="18" charset="0"/>
            </a:endParaRPr>
          </a:p>
        </p:txBody>
      </p:sp>
      <p:sp>
        <p:nvSpPr>
          <p:cNvPr id="4" name="Slide Number Placeholder 3"/>
          <p:cNvSpPr>
            <a:spLocks noGrp="1"/>
          </p:cNvSpPr>
          <p:nvPr>
            <p:ph type="sldNum" sz="quarter" idx="12"/>
          </p:nvPr>
        </p:nvSpPr>
        <p:spPr/>
        <p:txBody>
          <a:bodyPr/>
          <a:lstStyle/>
          <a:p>
            <a:fld id="{97BB9E5F-E5FF-457C-9EF3-0E0EE116FA91}"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86800" cy="487363"/>
          </a:xfrm>
        </p:spPr>
        <p:txBody>
          <a:bodyPr/>
          <a:lstStyle/>
          <a:p>
            <a:r>
              <a:rPr lang="en-US" sz="2800" b="1" dirty="0">
                <a:latin typeface="Rockwell" panose="02060603020205020403" pitchFamily="18" charset="0"/>
              </a:rPr>
              <a:t>BASIC STRUCTURE</a:t>
            </a:r>
          </a:p>
        </p:txBody>
      </p:sp>
      <p:sp>
        <p:nvSpPr>
          <p:cNvPr id="3" name="Content Placeholder 2"/>
          <p:cNvSpPr>
            <a:spLocks noGrp="1"/>
          </p:cNvSpPr>
          <p:nvPr>
            <p:ph idx="1"/>
          </p:nvPr>
        </p:nvSpPr>
        <p:spPr>
          <a:xfrm>
            <a:off x="321733" y="457063"/>
            <a:ext cx="8534400" cy="5135563"/>
          </a:xfrm>
        </p:spPr>
        <p:txBody>
          <a:bodyPr/>
          <a:lstStyle/>
          <a:p>
            <a:r>
              <a:rPr lang="en-US" sz="2000" dirty="0">
                <a:latin typeface="Rockwell" panose="02060603020205020403" pitchFamily="18" charset="0"/>
              </a:rPr>
              <a:t>PLC consists of essentially of a Central processing Unit (CPU), Memory, and input/output circuitry.</a:t>
            </a:r>
          </a:p>
          <a:p>
            <a:pPr>
              <a:buNone/>
            </a:pPr>
            <a:endParaRPr lang="en-US" sz="400" dirty="0">
              <a:latin typeface="Rockwell" panose="02060603020205020403" pitchFamily="18" charset="0"/>
            </a:endParaRPr>
          </a:p>
          <a:p>
            <a:r>
              <a:rPr lang="en-US" sz="2000" dirty="0">
                <a:latin typeface="Rockwell" panose="02060603020205020403" pitchFamily="18" charset="0"/>
              </a:rPr>
              <a:t>The CPU controls and processes all the operations within the PLC</a:t>
            </a:r>
          </a:p>
          <a:p>
            <a:pPr>
              <a:buNone/>
            </a:pPr>
            <a:endParaRPr lang="en-US" sz="400" dirty="0">
              <a:latin typeface="Rockwell" panose="02060603020205020403" pitchFamily="18" charset="0"/>
            </a:endParaRPr>
          </a:p>
          <a:p>
            <a:pPr algn="just"/>
            <a:r>
              <a:rPr lang="en-US" sz="2000" dirty="0">
                <a:latin typeface="Rockwell" panose="02060603020205020403" pitchFamily="18" charset="0"/>
              </a:rPr>
              <a:t>It is supplied with the clock with a frequency of typically between 1 and 8MHZ. this frequency determines the operating speed of the PLC and provides the timing and synchronization for all elements in the system</a:t>
            </a:r>
          </a:p>
          <a:p>
            <a:endParaRPr lang="en-US" sz="2000" dirty="0">
              <a:latin typeface="Rockwell" panose="02060603020205020403" pitchFamily="18" charset="0"/>
            </a:endParaRPr>
          </a:p>
        </p:txBody>
      </p:sp>
      <p:sp>
        <p:nvSpPr>
          <p:cNvPr id="6" name="Slide Number Placeholder 5"/>
          <p:cNvSpPr>
            <a:spLocks noGrp="1"/>
          </p:cNvSpPr>
          <p:nvPr>
            <p:ph type="sldNum" sz="quarter" idx="12"/>
          </p:nvPr>
        </p:nvSpPr>
        <p:spPr/>
        <p:txBody>
          <a:bodyPr/>
          <a:lstStyle/>
          <a:p>
            <a:fld id="{97BB9E5F-E5FF-457C-9EF3-0E0EE116FA91}" type="slidenum">
              <a:rPr lang="en-US" smtClean="0"/>
              <a:pPr/>
              <a:t>4</a:t>
            </a:fld>
            <a:endParaRPr lang="en-US" dirty="0"/>
          </a:p>
        </p:txBody>
      </p:sp>
      <p:sp>
        <p:nvSpPr>
          <p:cNvPr id="5" name="Rectangle 4"/>
          <p:cNvSpPr/>
          <p:nvPr/>
        </p:nvSpPr>
        <p:spPr>
          <a:xfrm>
            <a:off x="6561667" y="5552163"/>
            <a:ext cx="2040495" cy="276999"/>
          </a:xfrm>
          <a:prstGeom prst="rect">
            <a:avLst/>
          </a:prstGeom>
        </p:spPr>
        <p:txBody>
          <a:bodyPr wrap="none">
            <a:spAutoFit/>
          </a:bodyPr>
          <a:lstStyle/>
          <a:p>
            <a:r>
              <a:rPr lang="en-US" sz="1200" b="1" dirty="0"/>
              <a:t>Fig 1.0</a:t>
            </a:r>
            <a:r>
              <a:rPr lang="en-US" sz="1200" dirty="0"/>
              <a:t> Architecture of PLC</a:t>
            </a:r>
          </a:p>
        </p:txBody>
      </p:sp>
      <p:pic>
        <p:nvPicPr>
          <p:cNvPr id="7" name="Picture 6">
            <a:extLst>
              <a:ext uri="{FF2B5EF4-FFF2-40B4-BE49-F238E27FC236}">
                <a16:creationId xmlns:a16="http://schemas.microsoft.com/office/drawing/2014/main" id="{A3704464-FE19-4E99-ABDE-DFA74CE15B9B}"/>
              </a:ext>
            </a:extLst>
          </p:cNvPr>
          <p:cNvPicPr>
            <a:picLocks noChangeAspect="1"/>
          </p:cNvPicPr>
          <p:nvPr/>
        </p:nvPicPr>
        <p:blipFill>
          <a:blip r:embed="rId3"/>
          <a:stretch>
            <a:fillRect/>
          </a:stretch>
        </p:blipFill>
        <p:spPr>
          <a:xfrm>
            <a:off x="4779433" y="2885295"/>
            <a:ext cx="4076700" cy="2707331"/>
          </a:xfrm>
          <a:prstGeom prst="rect">
            <a:avLst/>
          </a:prstGeom>
        </p:spPr>
      </p:pic>
      <p:pic>
        <p:nvPicPr>
          <p:cNvPr id="9" name="Picture 8">
            <a:extLst>
              <a:ext uri="{FF2B5EF4-FFF2-40B4-BE49-F238E27FC236}">
                <a16:creationId xmlns:a16="http://schemas.microsoft.com/office/drawing/2014/main" id="{3F6B7872-1DEF-4529-9CF0-7DC66F8C4854}"/>
              </a:ext>
            </a:extLst>
          </p:cNvPr>
          <p:cNvPicPr>
            <a:picLocks noChangeAspect="1"/>
          </p:cNvPicPr>
          <p:nvPr/>
        </p:nvPicPr>
        <p:blipFill>
          <a:blip r:embed="rId4"/>
          <a:stretch>
            <a:fillRect/>
          </a:stretch>
        </p:blipFill>
        <p:spPr>
          <a:xfrm>
            <a:off x="1821940" y="2716438"/>
            <a:ext cx="1969497" cy="1760808"/>
          </a:xfrm>
          <a:prstGeom prst="rect">
            <a:avLst/>
          </a:prstGeom>
        </p:spPr>
      </p:pic>
      <p:sp>
        <p:nvSpPr>
          <p:cNvPr id="12" name="Rectangle 11">
            <a:extLst>
              <a:ext uri="{FF2B5EF4-FFF2-40B4-BE49-F238E27FC236}">
                <a16:creationId xmlns:a16="http://schemas.microsoft.com/office/drawing/2014/main" id="{FF0AE6D0-E818-4760-AAD8-D1F6FE9679AD}"/>
              </a:ext>
            </a:extLst>
          </p:cNvPr>
          <p:cNvSpPr/>
          <p:nvPr/>
        </p:nvSpPr>
        <p:spPr>
          <a:xfrm>
            <a:off x="467785" y="4705777"/>
            <a:ext cx="5410199" cy="2246769"/>
          </a:xfrm>
          <a:prstGeom prst="rect">
            <a:avLst/>
          </a:prstGeom>
        </p:spPr>
        <p:txBody>
          <a:bodyPr wrap="square">
            <a:spAutoFit/>
          </a:bodyPr>
          <a:lstStyle/>
          <a:p>
            <a:pPr marL="171450" indent="-171450" algn="just">
              <a:buFont typeface="Arial" panose="020B0604020202020204" pitchFamily="34" charset="0"/>
              <a:buChar char="•"/>
            </a:pPr>
            <a:r>
              <a:rPr lang="en-US" sz="1400" dirty="0">
                <a:latin typeface="Rockwell" panose="02060603020205020403" pitchFamily="18" charset="0"/>
              </a:rPr>
              <a:t>An </a:t>
            </a:r>
            <a:r>
              <a:rPr lang="en-US" sz="1400" b="1" i="1" dirty="0">
                <a:effectLst>
                  <a:outerShdw blurRad="38100" dist="38100" dir="2700000" algn="tl">
                    <a:srgbClr val="000000">
                      <a:alpha val="43137"/>
                    </a:srgbClr>
                  </a:outerShdw>
                </a:effectLst>
                <a:latin typeface="Rockwell" panose="02060603020205020403" pitchFamily="18" charset="0"/>
              </a:rPr>
              <a:t>Arithmetic and logic unit (ALU) </a:t>
            </a:r>
            <a:r>
              <a:rPr lang="en-US" sz="1400" dirty="0">
                <a:latin typeface="Rockwell" panose="02060603020205020403" pitchFamily="18" charset="0"/>
              </a:rPr>
              <a:t>which is responsible for data manipulation and carrying out arithmetic operations of addition and subtraction and logic operations of AND, OR, NOT and EXCLUSIVE-OR</a:t>
            </a:r>
          </a:p>
          <a:p>
            <a:pPr marL="171450" indent="-171450" algn="just">
              <a:buFont typeface="Arial" panose="020B0604020202020204" pitchFamily="34" charset="0"/>
              <a:buChar char="•"/>
            </a:pPr>
            <a:r>
              <a:rPr lang="en-US" sz="1400" dirty="0">
                <a:latin typeface="Rockwell" panose="02060603020205020403" pitchFamily="18" charset="0"/>
              </a:rPr>
              <a:t>The memory, termed as </a:t>
            </a:r>
            <a:r>
              <a:rPr lang="en-US" sz="1400" b="1" i="1" dirty="0">
                <a:effectLst>
                  <a:outerShdw blurRad="38100" dist="38100" dir="2700000" algn="tl">
                    <a:srgbClr val="000000">
                      <a:alpha val="43137"/>
                    </a:srgbClr>
                  </a:outerShdw>
                </a:effectLst>
                <a:latin typeface="Rockwell" panose="02060603020205020403" pitchFamily="18" charset="0"/>
              </a:rPr>
              <a:t>registers</a:t>
            </a:r>
            <a:r>
              <a:rPr lang="en-US" sz="1400" dirty="0">
                <a:latin typeface="Rockwell" panose="02060603020205020403" pitchFamily="18" charset="0"/>
              </a:rPr>
              <a:t>, located within the microprocessor and used to store information involved in programs execution</a:t>
            </a:r>
          </a:p>
          <a:p>
            <a:pPr marL="171450" indent="-171450" algn="just">
              <a:buFont typeface="Arial" panose="020B0604020202020204" pitchFamily="34" charset="0"/>
              <a:buChar char="•"/>
            </a:pPr>
            <a:r>
              <a:rPr lang="en-US" sz="1400" dirty="0">
                <a:latin typeface="Rockwell" panose="02060603020205020403" pitchFamily="18" charset="0"/>
              </a:rPr>
              <a:t>A </a:t>
            </a:r>
            <a:r>
              <a:rPr lang="en-US" sz="1400" b="1" i="1" dirty="0">
                <a:effectLst>
                  <a:outerShdw blurRad="38100" dist="38100" dir="2700000" algn="tl">
                    <a:srgbClr val="000000">
                      <a:alpha val="43137"/>
                    </a:srgbClr>
                  </a:outerShdw>
                </a:effectLst>
                <a:latin typeface="Rockwell" panose="02060603020205020403" pitchFamily="18" charset="0"/>
              </a:rPr>
              <a:t>control unit </a:t>
            </a:r>
            <a:r>
              <a:rPr lang="en-US" sz="1400" dirty="0">
                <a:latin typeface="Rockwell" panose="02060603020205020403" pitchFamily="18" charset="0"/>
              </a:rPr>
              <a:t>which is used to control the timing of operations</a:t>
            </a:r>
          </a:p>
          <a:p>
            <a:pPr algn="just"/>
            <a:endParaRPr lang="en-US" sz="1400" dirty="0">
              <a:latin typeface="Rockwell" panose="02060603020205020403"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1"/>
          </p:nvPr>
        </p:nvSpPr>
        <p:spPr>
          <a:xfrm>
            <a:off x="51786" y="609600"/>
            <a:ext cx="4191000" cy="5135563"/>
          </a:xfrm>
        </p:spPr>
        <p:txBody>
          <a:bodyPr/>
          <a:lstStyle/>
          <a:p>
            <a:r>
              <a:rPr lang="en-US" sz="2000" dirty="0">
                <a:latin typeface="Rockwell" panose="02060603020205020403" pitchFamily="18" charset="0"/>
              </a:rPr>
              <a:t>A bus system carries information and data to and from the CPU, memory and input/output unit</a:t>
            </a:r>
          </a:p>
          <a:p>
            <a:pPr lvl="1" algn="just"/>
            <a:r>
              <a:rPr lang="en-US" sz="1600" dirty="0">
                <a:latin typeface="Rockwell" panose="02060603020205020403" pitchFamily="18" charset="0"/>
              </a:rPr>
              <a:t> </a:t>
            </a:r>
            <a:r>
              <a:rPr lang="en-US" sz="1600" b="1" dirty="0">
                <a:latin typeface="Rockwell" panose="02060603020205020403" pitchFamily="18" charset="0"/>
              </a:rPr>
              <a:t>The data</a:t>
            </a:r>
            <a:r>
              <a:rPr lang="en-US" sz="1600" dirty="0">
                <a:latin typeface="Rockwell" panose="02060603020205020403" pitchFamily="18" charset="0"/>
              </a:rPr>
              <a:t> </a:t>
            </a:r>
            <a:r>
              <a:rPr lang="en-US" sz="1600" b="1" dirty="0">
                <a:latin typeface="Rockwell" panose="02060603020205020403" pitchFamily="18" charset="0"/>
              </a:rPr>
              <a:t>bus</a:t>
            </a:r>
            <a:r>
              <a:rPr lang="en-US" sz="1600" dirty="0">
                <a:latin typeface="Rockwell" panose="02060603020205020403" pitchFamily="18" charset="0"/>
              </a:rPr>
              <a:t> is used to transport a word to or from the CPU and the memory or the input/output interfaces</a:t>
            </a:r>
          </a:p>
          <a:p>
            <a:pPr lvl="0"/>
            <a:endParaRPr lang="en-US" sz="2000" dirty="0">
              <a:latin typeface="Rockwell" panose="02060603020205020403" pitchFamily="18" charset="0"/>
            </a:endParaRPr>
          </a:p>
          <a:p>
            <a:endParaRPr lang="en-US" sz="2000" dirty="0">
              <a:latin typeface="Rockwell" panose="02060603020205020403" pitchFamily="18" charset="0"/>
            </a:endParaRPr>
          </a:p>
        </p:txBody>
      </p:sp>
      <p:sp>
        <p:nvSpPr>
          <p:cNvPr id="8" name="Content Placeholder 7"/>
          <p:cNvSpPr>
            <a:spLocks noGrp="1"/>
          </p:cNvSpPr>
          <p:nvPr>
            <p:ph sz="half" idx="2"/>
          </p:nvPr>
        </p:nvSpPr>
        <p:spPr>
          <a:xfrm>
            <a:off x="4592715" y="653333"/>
            <a:ext cx="4191000" cy="5135563"/>
          </a:xfrm>
        </p:spPr>
        <p:txBody>
          <a:bodyPr/>
          <a:lstStyle/>
          <a:p>
            <a:pPr lvl="1" algn="just"/>
            <a:r>
              <a:rPr lang="en-US" sz="1600" b="1" dirty="0">
                <a:latin typeface="Rockwell" panose="02060603020205020403" pitchFamily="18" charset="0"/>
              </a:rPr>
              <a:t>The address bus</a:t>
            </a:r>
            <a:r>
              <a:rPr lang="en-US" sz="1600" dirty="0">
                <a:latin typeface="Rockwell" panose="02060603020205020403" pitchFamily="18" charset="0"/>
              </a:rPr>
              <a:t> carries signals which indicate where data is to be found and so the selection of certain memory locations or input or output ports</a:t>
            </a:r>
          </a:p>
          <a:p>
            <a:pPr lvl="0"/>
            <a:endParaRPr lang="en-US" sz="2000" dirty="0">
              <a:latin typeface="Rockwell" panose="02060603020205020403" pitchFamily="18" charset="0"/>
            </a:endParaRPr>
          </a:p>
          <a:p>
            <a:pPr lvl="1" algn="just"/>
            <a:r>
              <a:rPr lang="en-US" sz="1600" b="1" dirty="0">
                <a:latin typeface="Rockwell" panose="02060603020205020403" pitchFamily="18" charset="0"/>
              </a:rPr>
              <a:t>The control bus</a:t>
            </a:r>
            <a:r>
              <a:rPr lang="en-US" sz="1600" dirty="0">
                <a:latin typeface="Rockwell" panose="02060603020205020403" pitchFamily="18" charset="0"/>
              </a:rPr>
              <a:t> is the means by which signals are sent to synchronize the separate elements</a:t>
            </a:r>
          </a:p>
          <a:p>
            <a:endParaRPr lang="en-US" dirty="0">
              <a:latin typeface="Rockwell" panose="02060603020205020403" pitchFamily="18" charset="0"/>
            </a:endParaRPr>
          </a:p>
        </p:txBody>
      </p:sp>
      <p:sp>
        <p:nvSpPr>
          <p:cNvPr id="10" name="Slide Number Placeholder 9"/>
          <p:cNvSpPr>
            <a:spLocks noGrp="1"/>
          </p:cNvSpPr>
          <p:nvPr>
            <p:ph type="sldNum" sz="quarter" idx="11"/>
          </p:nvPr>
        </p:nvSpPr>
        <p:spPr/>
        <p:txBody>
          <a:bodyPr/>
          <a:lstStyle/>
          <a:p>
            <a:fld id="{97BB9E5F-E5FF-457C-9EF3-0E0EE116FA91}" type="slidenum">
              <a:rPr lang="en-US" smtClean="0"/>
              <a:pPr/>
              <a:t>5</a:t>
            </a:fld>
            <a:endParaRPr lang="en-US"/>
          </a:p>
        </p:txBody>
      </p:sp>
      <p:sp>
        <p:nvSpPr>
          <p:cNvPr id="9" name="Title 4"/>
          <p:cNvSpPr txBox="1">
            <a:spLocks/>
          </p:cNvSpPr>
          <p:nvPr/>
        </p:nvSpPr>
        <p:spPr bwMode="auto">
          <a:xfrm>
            <a:off x="76200" y="46037"/>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ea typeface="+mj-ea"/>
                <a:cs typeface="+mj-cs"/>
              </a:rPr>
              <a:t>BASIC STRUCTURE</a:t>
            </a:r>
          </a:p>
        </p:txBody>
      </p:sp>
      <p:pic>
        <p:nvPicPr>
          <p:cNvPr id="12" name="Picture 11">
            <a:extLst>
              <a:ext uri="{FF2B5EF4-FFF2-40B4-BE49-F238E27FC236}">
                <a16:creationId xmlns:a16="http://schemas.microsoft.com/office/drawing/2014/main" id="{E818F8BB-A32E-499F-ADC7-A815DE7FAA97}"/>
              </a:ext>
            </a:extLst>
          </p:cNvPr>
          <p:cNvPicPr>
            <a:picLocks noChangeAspect="1"/>
          </p:cNvPicPr>
          <p:nvPr/>
        </p:nvPicPr>
        <p:blipFill>
          <a:blip r:embed="rId3"/>
          <a:stretch>
            <a:fillRect/>
          </a:stretch>
        </p:blipFill>
        <p:spPr>
          <a:xfrm>
            <a:off x="990600" y="3048000"/>
            <a:ext cx="5295900" cy="351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b="1" dirty="0">
                <a:latin typeface="Rockwell" panose="02060603020205020403" pitchFamily="18" charset="0"/>
              </a:rPr>
              <a:t>BASIC STRUCTURE</a:t>
            </a:r>
          </a:p>
        </p:txBody>
      </p:sp>
      <p:sp>
        <p:nvSpPr>
          <p:cNvPr id="6" name="Text Placeholder 5"/>
          <p:cNvSpPr>
            <a:spLocks noGrp="1"/>
          </p:cNvSpPr>
          <p:nvPr>
            <p:ph type="body" sz="half" idx="1"/>
          </p:nvPr>
        </p:nvSpPr>
        <p:spPr>
          <a:xfrm>
            <a:off x="228600" y="742596"/>
            <a:ext cx="4191000" cy="2194602"/>
          </a:xfrm>
        </p:spPr>
        <p:txBody>
          <a:bodyPr>
            <a:normAutofit lnSpcReduction="10000"/>
          </a:bodyPr>
          <a:lstStyle/>
          <a:p>
            <a:r>
              <a:rPr lang="en-US" sz="2800" dirty="0">
                <a:latin typeface="Rockwell" panose="02060603020205020403" pitchFamily="18" charset="0"/>
              </a:rPr>
              <a:t>There are several memory elements</a:t>
            </a:r>
          </a:p>
          <a:p>
            <a:pPr lvl="1"/>
            <a:r>
              <a:rPr lang="en-US" sz="2400" dirty="0">
                <a:latin typeface="Rockwell" panose="02060603020205020403" pitchFamily="18" charset="0"/>
              </a:rPr>
              <a:t>a system ROM to give permanent storage for the operating system and fixed data</a:t>
            </a:r>
          </a:p>
          <a:p>
            <a:pPr lvl="1">
              <a:buNone/>
            </a:pPr>
            <a:endParaRPr lang="en-US" sz="900" dirty="0"/>
          </a:p>
          <a:p>
            <a:endParaRPr lang="en-US" sz="2800" dirty="0"/>
          </a:p>
        </p:txBody>
      </p:sp>
      <p:sp>
        <p:nvSpPr>
          <p:cNvPr id="7" name="Content Placeholder 6"/>
          <p:cNvSpPr>
            <a:spLocks noGrp="1"/>
          </p:cNvSpPr>
          <p:nvPr>
            <p:ph sz="half" idx="2"/>
          </p:nvPr>
        </p:nvSpPr>
        <p:spPr>
          <a:xfrm>
            <a:off x="4226099" y="1184254"/>
            <a:ext cx="4463702" cy="5135563"/>
          </a:xfrm>
        </p:spPr>
        <p:txBody>
          <a:bodyPr/>
          <a:lstStyle/>
          <a:p>
            <a:pPr lvl="1"/>
            <a:r>
              <a:rPr lang="en-US" sz="2400" dirty="0">
                <a:latin typeface="Rockwell" panose="02060603020205020403" pitchFamily="18" charset="0"/>
              </a:rPr>
              <a:t>RAM for the user’s program and</a:t>
            </a:r>
          </a:p>
          <a:p>
            <a:pPr lvl="1">
              <a:buNone/>
            </a:pPr>
            <a:endParaRPr lang="en-US" sz="900" dirty="0">
              <a:latin typeface="Rockwell" panose="02060603020205020403" pitchFamily="18" charset="0"/>
            </a:endParaRPr>
          </a:p>
          <a:p>
            <a:pPr lvl="1"/>
            <a:r>
              <a:rPr lang="en-US" sz="2400" dirty="0">
                <a:latin typeface="Rockwell" panose="02060603020205020403" pitchFamily="18" charset="0"/>
              </a:rPr>
              <a:t>temporary buffer store for the input/output channel</a:t>
            </a:r>
          </a:p>
          <a:p>
            <a:endParaRPr lang="en-US" dirty="0"/>
          </a:p>
        </p:txBody>
      </p:sp>
      <p:sp>
        <p:nvSpPr>
          <p:cNvPr id="9" name="Slide Number Placeholder 8"/>
          <p:cNvSpPr>
            <a:spLocks noGrp="1"/>
          </p:cNvSpPr>
          <p:nvPr>
            <p:ph type="sldNum" sz="quarter" idx="11"/>
          </p:nvPr>
        </p:nvSpPr>
        <p:spPr/>
        <p:txBody>
          <a:bodyPr/>
          <a:lstStyle/>
          <a:p>
            <a:fld id="{97BB9E5F-E5FF-457C-9EF3-0E0EE116FA91}" type="slidenum">
              <a:rPr lang="en-US" smtClean="0"/>
              <a:pPr/>
              <a:t>6</a:t>
            </a:fld>
            <a:endParaRPr lang="en-US"/>
          </a:p>
        </p:txBody>
      </p:sp>
      <p:pic>
        <p:nvPicPr>
          <p:cNvPr id="2" name="Picture 1">
            <a:extLst>
              <a:ext uri="{FF2B5EF4-FFF2-40B4-BE49-F238E27FC236}">
                <a16:creationId xmlns:a16="http://schemas.microsoft.com/office/drawing/2014/main" id="{B78C3875-A545-4102-8026-718933C1F723}"/>
              </a:ext>
            </a:extLst>
          </p:cNvPr>
          <p:cNvPicPr>
            <a:picLocks noChangeAspect="1"/>
          </p:cNvPicPr>
          <p:nvPr/>
        </p:nvPicPr>
        <p:blipFill>
          <a:blip r:embed="rId3"/>
          <a:stretch>
            <a:fillRect/>
          </a:stretch>
        </p:blipFill>
        <p:spPr>
          <a:xfrm>
            <a:off x="1744988" y="2963831"/>
            <a:ext cx="5741662" cy="37842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title"/>
          </p:nvPr>
        </p:nvSpPr>
        <p:spPr>
          <a:xfrm>
            <a:off x="228600" y="70907"/>
            <a:ext cx="8686800" cy="487363"/>
          </a:xfrm>
        </p:spPr>
        <p:txBody>
          <a:bodyPr>
            <a:normAutofit fontScale="90000"/>
          </a:bodyPr>
          <a:lstStyle/>
          <a:p>
            <a:r>
              <a:rPr lang="en-US" b="1" dirty="0">
                <a:latin typeface="Rockwell" panose="02060603020205020403" pitchFamily="18" charset="0"/>
              </a:rPr>
              <a:t>BASIC STRUCTURE</a:t>
            </a:r>
          </a:p>
        </p:txBody>
      </p:sp>
      <p:sp>
        <p:nvSpPr>
          <p:cNvPr id="3" name="Text Placeholder 2"/>
          <p:cNvSpPr>
            <a:spLocks noGrp="1"/>
          </p:cNvSpPr>
          <p:nvPr>
            <p:ph type="body" sz="half" idx="1"/>
          </p:nvPr>
        </p:nvSpPr>
        <p:spPr>
          <a:xfrm>
            <a:off x="228600" y="558270"/>
            <a:ext cx="8686800" cy="5135563"/>
          </a:xfrm>
        </p:spPr>
        <p:txBody>
          <a:bodyPr/>
          <a:lstStyle/>
          <a:p>
            <a:pPr algn="just"/>
            <a:r>
              <a:rPr lang="en-US" sz="2300" dirty="0">
                <a:latin typeface="Rockwell" panose="02060603020205020403" pitchFamily="18" charset="0"/>
              </a:rPr>
              <a:t>The programs in RAM can be changed by the user, However, to prevent the loss of these programs when the power supply is switched off, a battery is likely to be used in the PLC to maintain the RAM contents for a period of time</a:t>
            </a:r>
          </a:p>
          <a:p>
            <a:pPr algn="just">
              <a:buNone/>
            </a:pPr>
            <a:endParaRPr lang="en-US" sz="900" dirty="0">
              <a:latin typeface="Rockwell" panose="02060603020205020403" pitchFamily="18" charset="0"/>
            </a:endParaRPr>
          </a:p>
          <a:p>
            <a:pPr algn="just"/>
            <a:r>
              <a:rPr lang="en-US" sz="2300" dirty="0">
                <a:latin typeface="Rockwell" panose="02060603020205020403" pitchFamily="18" charset="0"/>
              </a:rPr>
              <a:t>After a program has been developed in RAM it may be loaded into an EPROM memory chip and so made permanent</a:t>
            </a:r>
          </a:p>
          <a:p>
            <a:pPr>
              <a:buNone/>
            </a:pPr>
            <a:endParaRPr lang="en-US" sz="2300" dirty="0"/>
          </a:p>
          <a:p>
            <a:endParaRPr lang="en-US" sz="2300" dirty="0"/>
          </a:p>
        </p:txBody>
      </p:sp>
      <p:sp>
        <p:nvSpPr>
          <p:cNvPr id="6" name="Slide Number Placeholder 5"/>
          <p:cNvSpPr>
            <a:spLocks noGrp="1"/>
          </p:cNvSpPr>
          <p:nvPr>
            <p:ph type="sldNum" sz="quarter" idx="11"/>
          </p:nvPr>
        </p:nvSpPr>
        <p:spPr/>
        <p:txBody>
          <a:bodyPr/>
          <a:lstStyle/>
          <a:p>
            <a:fld id="{97BB9E5F-E5FF-457C-9EF3-0E0EE116FA91}" type="slidenum">
              <a:rPr lang="en-US" smtClean="0"/>
              <a:pPr/>
              <a:t>7</a:t>
            </a:fld>
            <a:endParaRPr lang="en-US"/>
          </a:p>
        </p:txBody>
      </p:sp>
      <p:pic>
        <p:nvPicPr>
          <p:cNvPr id="9" name="Picture 8">
            <a:extLst>
              <a:ext uri="{FF2B5EF4-FFF2-40B4-BE49-F238E27FC236}">
                <a16:creationId xmlns:a16="http://schemas.microsoft.com/office/drawing/2014/main" id="{7DE3E85A-05EA-4D67-9B62-35D46732BF8A}"/>
              </a:ext>
            </a:extLst>
          </p:cNvPr>
          <p:cNvPicPr>
            <a:picLocks noChangeAspect="1"/>
          </p:cNvPicPr>
          <p:nvPr/>
        </p:nvPicPr>
        <p:blipFill>
          <a:blip r:embed="rId3"/>
          <a:stretch>
            <a:fillRect/>
          </a:stretch>
        </p:blipFill>
        <p:spPr>
          <a:xfrm>
            <a:off x="1447800" y="2786522"/>
            <a:ext cx="5394312" cy="35823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latin typeface="Rockwell" panose="02060603020205020403" pitchFamily="18" charset="0"/>
              </a:rPr>
              <a:t>Input/output Processing</a:t>
            </a:r>
          </a:p>
        </p:txBody>
      </p:sp>
      <p:sp>
        <p:nvSpPr>
          <p:cNvPr id="6" name="Content Placeholder 5"/>
          <p:cNvSpPr>
            <a:spLocks noGrp="1"/>
          </p:cNvSpPr>
          <p:nvPr>
            <p:ph idx="1"/>
          </p:nvPr>
        </p:nvSpPr>
        <p:spPr/>
        <p:txBody>
          <a:bodyPr/>
          <a:lstStyle/>
          <a:p>
            <a:pPr algn="just"/>
            <a:r>
              <a:rPr lang="en-US" sz="2400" dirty="0">
                <a:latin typeface="Rockwell" panose="02060603020205020403" pitchFamily="18" charset="0"/>
              </a:rPr>
              <a:t>The basic form of programming commonly used with PLCs is ladder logic programming. This method resembles a ladder structure, where each "rung" represents a specific logic operation or control sequence.</a:t>
            </a:r>
          </a:p>
          <a:p>
            <a:pPr algn="just"/>
            <a:endParaRPr lang="en-US" sz="2400" dirty="0">
              <a:latin typeface="Rockwell" panose="02060603020205020403" pitchFamily="18" charset="0"/>
            </a:endParaRPr>
          </a:p>
          <a:p>
            <a:pPr algn="just"/>
            <a:r>
              <a:rPr lang="en-US" sz="2400" dirty="0">
                <a:latin typeface="Rockwell" panose="02060603020205020403" pitchFamily="18" charset="0"/>
              </a:rPr>
              <a:t>For example, a rung might specify that the states of inputs, such as switch A and switch B, should be evaluated. If both switches A and B are closed, the output, such as a solenoid, is energized. Ladder logic programming will be explored in greater detail in the next section.</a:t>
            </a:r>
          </a:p>
        </p:txBody>
      </p:sp>
      <p:sp>
        <p:nvSpPr>
          <p:cNvPr id="4" name="Slide Number Placeholder 3"/>
          <p:cNvSpPr>
            <a:spLocks noGrp="1"/>
          </p:cNvSpPr>
          <p:nvPr>
            <p:ph type="sldNum" sz="quarter" idx="12"/>
          </p:nvPr>
        </p:nvSpPr>
        <p:spPr/>
        <p:txBody>
          <a:bodyPr/>
          <a:lstStyle/>
          <a:p>
            <a:fld id="{97BB9E5F-E5FF-457C-9EF3-0E0EE116FA91}"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sz="2400" dirty="0">
                <a:latin typeface="Rockwell" panose="02060603020205020403" pitchFamily="18" charset="0"/>
              </a:rPr>
              <a:t>The sequence followed by a PLC when carrying out a program can be summarized as</a:t>
            </a:r>
          </a:p>
          <a:p>
            <a:pPr marL="1771650" lvl="3" indent="-457200">
              <a:buFont typeface="+mj-lt"/>
              <a:buAutoNum type="arabicPeriod"/>
            </a:pPr>
            <a:r>
              <a:rPr lang="en-US" sz="2400" dirty="0">
                <a:latin typeface="Rockwell" panose="02060603020205020403" pitchFamily="18" charset="0"/>
              </a:rPr>
              <a:t>Scan the input associated with one rung of the ladder program</a:t>
            </a:r>
          </a:p>
          <a:p>
            <a:pPr marL="1771650" lvl="3" indent="-457200">
              <a:buFont typeface="+mj-lt"/>
              <a:buAutoNum type="arabicPeriod"/>
            </a:pPr>
            <a:r>
              <a:rPr lang="en-US" sz="2400" dirty="0">
                <a:latin typeface="Rockwell" panose="02060603020205020403" pitchFamily="18" charset="0"/>
              </a:rPr>
              <a:t>Solve the logic operation involving those inputs</a:t>
            </a:r>
          </a:p>
          <a:p>
            <a:pPr marL="1771650" lvl="3" indent="-457200">
              <a:buFont typeface="+mj-lt"/>
              <a:buAutoNum type="arabicPeriod"/>
            </a:pPr>
            <a:r>
              <a:rPr lang="en-US" sz="2400" dirty="0">
                <a:latin typeface="Rockwell" panose="02060603020205020403" pitchFamily="18" charset="0"/>
              </a:rPr>
              <a:t>Set/reset the outputs for that rung</a:t>
            </a:r>
          </a:p>
          <a:p>
            <a:pPr lvl="1"/>
            <a:r>
              <a:rPr lang="en-US" sz="2000" dirty="0">
                <a:latin typeface="Rockwell" panose="02060603020205020403" pitchFamily="18" charset="0"/>
              </a:rPr>
              <a:t>Move on to the next rung and repeat operation 1,2,3.</a:t>
            </a:r>
          </a:p>
          <a:p>
            <a:pPr lvl="1"/>
            <a:r>
              <a:rPr lang="en-US" sz="2000" dirty="0">
                <a:latin typeface="Rockwell" panose="02060603020205020403" pitchFamily="18" charset="0"/>
              </a:rPr>
              <a:t>Move on to the next rung and repeat operation 1,2,3.</a:t>
            </a:r>
          </a:p>
          <a:p>
            <a:pPr lvl="1"/>
            <a:r>
              <a:rPr lang="en-US" sz="2000" dirty="0">
                <a:latin typeface="Rockwell" panose="02060603020205020403" pitchFamily="18" charset="0"/>
              </a:rPr>
              <a:t>Move on to the next rung and repeat operation 1,2,3.</a:t>
            </a:r>
          </a:p>
          <a:p>
            <a:pPr lvl="0">
              <a:buNone/>
            </a:pPr>
            <a:endParaRPr lang="en-US" sz="900" dirty="0">
              <a:latin typeface="Rockwell" panose="02060603020205020403" pitchFamily="18" charset="0"/>
            </a:endParaRPr>
          </a:p>
          <a:p>
            <a:pPr lvl="2"/>
            <a:r>
              <a:rPr lang="en-US" sz="1600" dirty="0">
                <a:latin typeface="Rockwell" panose="02060603020205020403" pitchFamily="18" charset="0"/>
              </a:rPr>
              <a:t>And so on until the end of the program</a:t>
            </a:r>
          </a:p>
          <a:p>
            <a:pPr lvl="1">
              <a:buNone/>
            </a:pPr>
            <a:endParaRPr lang="en-US" sz="2000" dirty="0">
              <a:latin typeface="Rockwell" panose="02060603020205020403" pitchFamily="18" charset="0"/>
            </a:endParaRPr>
          </a:p>
          <a:p>
            <a:pPr lvl="2"/>
            <a:r>
              <a:rPr lang="en-US" sz="1600" dirty="0">
                <a:latin typeface="Rockwell" panose="02060603020205020403" pitchFamily="18" charset="0"/>
              </a:rPr>
              <a:t>Each rung of the ladder program is thus scanned in turn</a:t>
            </a:r>
          </a:p>
          <a:p>
            <a:endParaRPr lang="en-US" sz="2400" dirty="0">
              <a:latin typeface="Rockwell" panose="02060603020205020403" pitchFamily="18" charset="0"/>
            </a:endParaRPr>
          </a:p>
        </p:txBody>
      </p:sp>
      <p:sp>
        <p:nvSpPr>
          <p:cNvPr id="4" name="Slide Number Placeholder 3"/>
          <p:cNvSpPr>
            <a:spLocks noGrp="1"/>
          </p:cNvSpPr>
          <p:nvPr>
            <p:ph type="sldNum" sz="quarter" idx="12"/>
          </p:nvPr>
        </p:nvSpPr>
        <p:spPr/>
        <p:txBody>
          <a:bodyPr/>
          <a:lstStyle/>
          <a:p>
            <a:fld id="{97BB9E5F-E5FF-457C-9EF3-0E0EE116FA91}" type="slidenum">
              <a:rPr lang="en-US" smtClean="0"/>
              <a:pPr/>
              <a:t>9</a:t>
            </a:fld>
            <a:endParaRPr lang="en-US"/>
          </a:p>
        </p:txBody>
      </p:sp>
      <p:sp>
        <p:nvSpPr>
          <p:cNvPr id="7" name="Title 4">
            <a:extLst>
              <a:ext uri="{FF2B5EF4-FFF2-40B4-BE49-F238E27FC236}">
                <a16:creationId xmlns:a16="http://schemas.microsoft.com/office/drawing/2014/main" id="{0E4BE78C-4FE4-43AF-A2D1-7E0B451D2775}"/>
              </a:ext>
            </a:extLst>
          </p:cNvPr>
          <p:cNvSpPr>
            <a:spLocks noGrp="1"/>
          </p:cNvSpPr>
          <p:nvPr>
            <p:ph type="title"/>
          </p:nvPr>
        </p:nvSpPr>
        <p:spPr>
          <a:xfrm>
            <a:off x="628650" y="365126"/>
            <a:ext cx="7886700" cy="1325563"/>
          </a:xfrm>
        </p:spPr>
        <p:txBody>
          <a:bodyPr/>
          <a:lstStyle/>
          <a:p>
            <a:r>
              <a:rPr lang="en-US" b="1" dirty="0">
                <a:latin typeface="Rockwell" panose="02060603020205020403" pitchFamily="18" charset="0"/>
              </a:rPr>
              <a:t>Input/output Processing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7BB9E5F-E5FF-457C-9EF3-0E0EE116FA91}" type="slidenum">
              <a:rPr lang="en-US" smtClean="0">
                <a:latin typeface="Rockwell" panose="02060603020205020403" pitchFamily="18" charset="0"/>
              </a:rPr>
              <a:pPr/>
              <a:t>10</a:t>
            </a:fld>
            <a:endParaRPr lang="en-US" dirty="0">
              <a:latin typeface="Rockwell" panose="02060603020205020403" pitchFamily="18" charset="0"/>
            </a:endParaRPr>
          </a:p>
        </p:txBody>
      </p:sp>
      <p:sp>
        <p:nvSpPr>
          <p:cNvPr id="13" name="Rectangle 12"/>
          <p:cNvSpPr/>
          <p:nvPr/>
        </p:nvSpPr>
        <p:spPr>
          <a:xfrm>
            <a:off x="762000" y="1487377"/>
            <a:ext cx="8001000" cy="3416320"/>
          </a:xfrm>
          <a:prstGeom prst="rect">
            <a:avLst/>
          </a:prstGeom>
        </p:spPr>
        <p:txBody>
          <a:bodyPr wrap="square">
            <a:spAutoFit/>
          </a:bodyPr>
          <a:lstStyle/>
          <a:p>
            <a:r>
              <a:rPr lang="en-US" sz="2400" dirty="0">
                <a:latin typeface="Rockwell" panose="02060603020205020403" pitchFamily="18" charset="0"/>
              </a:rPr>
              <a:t>There are two methods that can be used for input/output processing</a:t>
            </a:r>
          </a:p>
          <a:p>
            <a:r>
              <a:rPr lang="en-US" sz="2400" dirty="0">
                <a:latin typeface="Rockwell" panose="02060603020205020403" pitchFamily="18" charset="0"/>
              </a:rPr>
              <a:t> </a:t>
            </a:r>
          </a:p>
          <a:p>
            <a:endParaRPr lang="en-US" sz="2400" dirty="0">
              <a:latin typeface="Rockwell" panose="02060603020205020403" pitchFamily="18" charset="0"/>
            </a:endParaRPr>
          </a:p>
          <a:p>
            <a:pPr marL="457200" indent="-457200">
              <a:lnSpc>
                <a:spcPct val="150000"/>
              </a:lnSpc>
              <a:buFont typeface="+mj-lt"/>
              <a:buAutoNum type="arabicPeriod"/>
            </a:pPr>
            <a:r>
              <a:rPr lang="en-US" sz="2400" b="1" dirty="0">
                <a:latin typeface="Rockwell" panose="02060603020205020403" pitchFamily="18" charset="0"/>
              </a:rPr>
              <a:t>Continuous updating</a:t>
            </a:r>
          </a:p>
          <a:p>
            <a:pPr marL="457200" indent="-457200">
              <a:lnSpc>
                <a:spcPct val="150000"/>
              </a:lnSpc>
              <a:buFont typeface="+mj-lt"/>
              <a:buAutoNum type="arabicPeriod"/>
            </a:pPr>
            <a:r>
              <a:rPr lang="en-US" sz="2400" b="1" dirty="0">
                <a:latin typeface="Rockwell" panose="02060603020205020403" pitchFamily="18" charset="0"/>
              </a:rPr>
              <a:t> Mass input/output copying</a:t>
            </a:r>
          </a:p>
          <a:p>
            <a:endParaRPr lang="en-US" sz="2400" dirty="0">
              <a:latin typeface="Rockwell" panose="02060603020205020403" pitchFamily="18" charset="0"/>
            </a:endParaRPr>
          </a:p>
          <a:p>
            <a:endParaRPr lang="en-US" sz="2400" dirty="0">
              <a:latin typeface="Rockwell" panose="02060603020205020403" pitchFamily="18" charset="0"/>
            </a:endParaRPr>
          </a:p>
        </p:txBody>
      </p:sp>
      <p:sp>
        <p:nvSpPr>
          <p:cNvPr id="11" name="Title 4">
            <a:extLst>
              <a:ext uri="{FF2B5EF4-FFF2-40B4-BE49-F238E27FC236}">
                <a16:creationId xmlns:a16="http://schemas.microsoft.com/office/drawing/2014/main" id="{8905A057-EB27-4039-917E-8C558439C9E2}"/>
              </a:ext>
            </a:extLst>
          </p:cNvPr>
          <p:cNvSpPr>
            <a:spLocks noGrp="1"/>
          </p:cNvSpPr>
          <p:nvPr>
            <p:ph type="title"/>
          </p:nvPr>
        </p:nvSpPr>
        <p:spPr>
          <a:xfrm>
            <a:off x="628650" y="365126"/>
            <a:ext cx="7886700" cy="1325563"/>
          </a:xfrm>
        </p:spPr>
        <p:txBody>
          <a:bodyPr/>
          <a:lstStyle/>
          <a:p>
            <a:r>
              <a:rPr lang="en-US" b="1" dirty="0">
                <a:latin typeface="Rockwell" panose="02060603020205020403" pitchFamily="18" charset="0"/>
              </a:rPr>
              <a:t>Input/output Processing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4"/>
          <p:cNvSpPr>
            <a:spLocks noGrp="1"/>
          </p:cNvSpPr>
          <p:nvPr>
            <p:ph type="title"/>
          </p:nvPr>
        </p:nvSpPr>
        <p:spPr>
          <a:xfrm>
            <a:off x="228600" y="145742"/>
            <a:ext cx="8686800" cy="487363"/>
          </a:xfrm>
        </p:spPr>
        <p:txBody>
          <a:bodyPr>
            <a:normAutofit fontScale="90000"/>
          </a:bodyPr>
          <a:lstStyle/>
          <a:p>
            <a:r>
              <a:rPr lang="en-US" sz="3200" b="1" dirty="0">
                <a:latin typeface="Rockwell" panose="02060603020205020403" pitchFamily="18" charset="0"/>
              </a:rPr>
              <a:t>Input/output Processing</a:t>
            </a:r>
          </a:p>
        </p:txBody>
      </p:sp>
      <p:sp>
        <p:nvSpPr>
          <p:cNvPr id="8" name="Content Placeholder 7"/>
          <p:cNvSpPr>
            <a:spLocks noGrp="1"/>
          </p:cNvSpPr>
          <p:nvPr>
            <p:ph idx="1"/>
          </p:nvPr>
        </p:nvSpPr>
        <p:spPr>
          <a:xfrm>
            <a:off x="203200" y="861218"/>
            <a:ext cx="8534400" cy="5495133"/>
          </a:xfrm>
        </p:spPr>
        <p:txBody>
          <a:bodyPr>
            <a:normAutofit lnSpcReduction="10000"/>
          </a:bodyPr>
          <a:lstStyle/>
          <a:p>
            <a:pPr marL="0" lvl="0" indent="0" defTabSz="914400">
              <a:lnSpc>
                <a:spcPct val="100000"/>
              </a:lnSpc>
              <a:spcBef>
                <a:spcPts val="0"/>
              </a:spcBef>
              <a:buNone/>
            </a:pPr>
            <a:r>
              <a:rPr lang="en-US" sz="2800" b="1" i="1" u="sng" dirty="0">
                <a:solidFill>
                  <a:srgbClr val="C00000"/>
                </a:solidFill>
                <a:latin typeface="Rockwell" panose="02060603020205020403" pitchFamily="18" charset="0"/>
              </a:rPr>
              <a:t>Continuous updating</a:t>
            </a:r>
          </a:p>
          <a:p>
            <a:pPr lvl="1" algn="just"/>
            <a:endParaRPr lang="en-US" sz="2200" dirty="0">
              <a:latin typeface="Rockwell" panose="02060603020205020403" pitchFamily="18" charset="0"/>
            </a:endParaRPr>
          </a:p>
          <a:p>
            <a:pPr lvl="1" algn="just"/>
            <a:r>
              <a:rPr lang="en-US" sz="2200" dirty="0">
                <a:latin typeface="Rockwell" panose="02060603020205020403" pitchFamily="18" charset="0"/>
              </a:rPr>
              <a:t>This involve CPU scanning the input channels as they occur in the program instructions</a:t>
            </a:r>
          </a:p>
          <a:p>
            <a:pPr lvl="1" algn="just"/>
            <a:r>
              <a:rPr lang="en-US" sz="2200" dirty="0">
                <a:latin typeface="Rockwell" panose="02060603020205020403" pitchFamily="18" charset="0"/>
              </a:rPr>
              <a:t>Each input point is examined individually and its effect on the program determined</a:t>
            </a:r>
          </a:p>
          <a:p>
            <a:pPr lvl="1" algn="just"/>
            <a:r>
              <a:rPr lang="en-US" sz="2200" dirty="0">
                <a:latin typeface="Rockwell" panose="02060603020205020403" pitchFamily="18" charset="0"/>
              </a:rPr>
              <a:t>There will be a built-in delay, typically about 3ms, when each input is examined in order to ensure that only valid input signals are read by the microprocessor </a:t>
            </a:r>
          </a:p>
          <a:p>
            <a:pPr lvl="1" algn="just"/>
            <a:r>
              <a:rPr lang="en-US" sz="2200" dirty="0">
                <a:latin typeface="Rockwell" panose="02060603020205020403" pitchFamily="18" charset="0"/>
              </a:rPr>
              <a:t>This delay enables the microprocessor to avoid counting an input signals twice, or more frequently, if there is contact bounce at a switch.</a:t>
            </a:r>
          </a:p>
          <a:p>
            <a:pPr lvl="1" algn="just"/>
            <a:r>
              <a:rPr lang="en-US" sz="2200" dirty="0">
                <a:latin typeface="Rockwell" panose="02060603020205020403" pitchFamily="18" charset="0"/>
              </a:rPr>
              <a:t>A number of inputs may have to be scanned, each with a 3ms delay, before the program has the instruction for a logic operation to be executed and an output to occur. The outputs are latched so that they retain their status until the next updating</a:t>
            </a:r>
          </a:p>
          <a:p>
            <a:pPr algn="just"/>
            <a:endParaRPr lang="en-US" sz="2200" dirty="0">
              <a:latin typeface="Rockwell" panose="02060603020205020403" pitchFamily="18" charset="0"/>
            </a:endParaRPr>
          </a:p>
        </p:txBody>
      </p:sp>
      <p:sp>
        <p:nvSpPr>
          <p:cNvPr id="5" name="Slide Number Placeholder 4"/>
          <p:cNvSpPr>
            <a:spLocks noGrp="1"/>
          </p:cNvSpPr>
          <p:nvPr>
            <p:ph type="sldNum" sz="quarter" idx="12"/>
          </p:nvPr>
        </p:nvSpPr>
        <p:spPr/>
        <p:txBody>
          <a:bodyPr/>
          <a:lstStyle/>
          <a:p>
            <a:fld id="{97BB9E5F-E5FF-457C-9EF3-0E0EE116FA91}" type="slidenum">
              <a:rPr lang="en-US" smtClean="0"/>
              <a:pPr/>
              <a:t>11</a:t>
            </a:fld>
            <a:endParaRPr lang="en-US"/>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42B56BA-AD8F-494E-880C-89AE151F8023}"/>
                  </a:ext>
                </a:extLst>
              </p14:cNvPr>
              <p14:cNvContentPartPr/>
              <p14:nvPr/>
            </p14:nvContentPartPr>
            <p14:xfrm>
              <a:off x="2481480" y="3433320"/>
              <a:ext cx="360" cy="360"/>
            </p14:xfrm>
          </p:contentPart>
        </mc:Choice>
        <mc:Fallback xmlns="">
          <p:pic>
            <p:nvPicPr>
              <p:cNvPr id="4" name="Ink 3">
                <a:extLst>
                  <a:ext uri="{FF2B5EF4-FFF2-40B4-BE49-F238E27FC236}">
                    <a16:creationId xmlns:a16="http://schemas.microsoft.com/office/drawing/2014/main" id="{F42B56BA-AD8F-494E-880C-89AE151F8023}"/>
                  </a:ext>
                </a:extLst>
              </p:cNvPr>
              <p:cNvPicPr/>
              <p:nvPr/>
            </p:nvPicPr>
            <p:blipFill>
              <a:blip r:embed="rId6"/>
              <a:stretch>
                <a:fillRect/>
              </a:stretch>
            </p:blipFill>
            <p:spPr>
              <a:xfrm>
                <a:off x="2472120" y="3423960"/>
                <a:ext cx="19080" cy="1908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Rockwell" panose="02060603020205020403" pitchFamily="18" charset="0"/>
              </a:rPr>
              <a:t>Input/output Processing</a:t>
            </a:r>
          </a:p>
        </p:txBody>
      </p:sp>
      <p:sp>
        <p:nvSpPr>
          <p:cNvPr id="3" name="Content Placeholder 2"/>
          <p:cNvSpPr>
            <a:spLocks noGrp="1"/>
          </p:cNvSpPr>
          <p:nvPr>
            <p:ph idx="1"/>
          </p:nvPr>
        </p:nvSpPr>
        <p:spPr>
          <a:xfrm>
            <a:off x="629694" y="1524000"/>
            <a:ext cx="7886700" cy="4351338"/>
          </a:xfrm>
        </p:spPr>
        <p:txBody>
          <a:bodyPr/>
          <a:lstStyle/>
          <a:p>
            <a:pPr algn="just"/>
            <a:r>
              <a:rPr lang="en-US" sz="2400" b="1" i="1" u="sng" dirty="0">
                <a:latin typeface="Rockwell" panose="02060603020205020403" pitchFamily="18" charset="0"/>
              </a:rPr>
              <a:t> Mass input/output copying</a:t>
            </a:r>
            <a:r>
              <a:rPr lang="en-US" sz="2400" dirty="0">
                <a:latin typeface="Rockwell" panose="02060603020205020403" pitchFamily="18" charset="0"/>
              </a:rPr>
              <a:t> </a:t>
            </a:r>
          </a:p>
          <a:p>
            <a:pPr lvl="1" algn="just"/>
            <a:r>
              <a:rPr lang="en-US" sz="2400" dirty="0">
                <a:latin typeface="Rockwell" panose="02060603020205020403" pitchFamily="18" charset="0"/>
              </a:rPr>
              <a:t>Because, with continuous updating, there has to be a 3ms delay on each input, the time taken to examine several hundred input/output points can became comparatively long</a:t>
            </a:r>
          </a:p>
          <a:p>
            <a:pPr lvl="1" algn="just"/>
            <a:r>
              <a:rPr lang="en-US" sz="2400" dirty="0">
                <a:latin typeface="Rockwell" panose="02060603020205020403" pitchFamily="18" charset="0"/>
              </a:rPr>
              <a:t>To allow a more rapid execution of a program, a specific area of RAM is used as a buffer store between the control logic and the input/output unit.</a:t>
            </a:r>
          </a:p>
          <a:p>
            <a:pPr algn="just"/>
            <a:endParaRPr lang="en-US" dirty="0">
              <a:latin typeface="Rockwell" panose="02060603020205020403" pitchFamily="18" charset="0"/>
            </a:endParaRPr>
          </a:p>
        </p:txBody>
      </p:sp>
      <p:sp>
        <p:nvSpPr>
          <p:cNvPr id="4" name="Slide Number Placeholder 3"/>
          <p:cNvSpPr>
            <a:spLocks noGrp="1"/>
          </p:cNvSpPr>
          <p:nvPr>
            <p:ph type="sldNum" sz="quarter" idx="12"/>
          </p:nvPr>
        </p:nvSpPr>
        <p:spPr/>
        <p:txBody>
          <a:bodyPr/>
          <a:lstStyle/>
          <a:p>
            <a:fld id="{97BB9E5F-E5FF-457C-9EF3-0E0EE116FA91}"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77CC-69B8-4F85-A635-10C2D65BE2F5}"/>
              </a:ext>
            </a:extLst>
          </p:cNvPr>
          <p:cNvSpPr>
            <a:spLocks noGrp="1"/>
          </p:cNvSpPr>
          <p:nvPr>
            <p:ph type="title"/>
          </p:nvPr>
        </p:nvSpPr>
        <p:spPr>
          <a:xfrm>
            <a:off x="628650" y="365127"/>
            <a:ext cx="7886700" cy="659002"/>
          </a:xfrm>
        </p:spPr>
        <p:txBody>
          <a:bodyPr>
            <a:normAutofit/>
          </a:bodyPr>
          <a:lstStyle/>
          <a:p>
            <a:r>
              <a:rPr lang="en-GB" sz="3600" b="1" dirty="0">
                <a:latin typeface="Rockwell" panose="02060603020205020403" pitchFamily="18" charset="0"/>
              </a:rPr>
              <a:t>PLC Programming Languages</a:t>
            </a:r>
            <a:endParaRPr lang="en-TZ" sz="3600" b="1" dirty="0">
              <a:latin typeface="Rockwell" panose="02060603020205020403" pitchFamily="18" charset="0"/>
            </a:endParaRPr>
          </a:p>
        </p:txBody>
      </p:sp>
      <p:sp>
        <p:nvSpPr>
          <p:cNvPr id="3" name="Content Placeholder 2">
            <a:extLst>
              <a:ext uri="{FF2B5EF4-FFF2-40B4-BE49-F238E27FC236}">
                <a16:creationId xmlns:a16="http://schemas.microsoft.com/office/drawing/2014/main" id="{2E625B69-1983-4AC3-9BCB-EED23BD7EDDD}"/>
              </a:ext>
            </a:extLst>
          </p:cNvPr>
          <p:cNvSpPr>
            <a:spLocks noGrp="1"/>
          </p:cNvSpPr>
          <p:nvPr>
            <p:ph idx="1"/>
          </p:nvPr>
        </p:nvSpPr>
        <p:spPr>
          <a:xfrm>
            <a:off x="628650" y="1024129"/>
            <a:ext cx="7886700" cy="4351338"/>
          </a:xfrm>
        </p:spPr>
        <p:txBody>
          <a:bodyPr>
            <a:normAutofit/>
          </a:bodyPr>
          <a:lstStyle/>
          <a:p>
            <a:pPr marL="0" indent="0" algn="just">
              <a:buNone/>
            </a:pPr>
            <a:r>
              <a:rPr lang="en-GB" dirty="0">
                <a:solidFill>
                  <a:srgbClr val="FF0000"/>
                </a:solidFill>
                <a:latin typeface="Rockwell" panose="02060603020205020403" pitchFamily="18" charset="0"/>
              </a:rPr>
              <a:t>According to IEC 61131-3, the main PLC programming languages are:</a:t>
            </a:r>
          </a:p>
          <a:p>
            <a:pPr lvl="2"/>
            <a:r>
              <a:rPr lang="en-GB" sz="3200" dirty="0">
                <a:highlight>
                  <a:srgbClr val="FFFF00"/>
                </a:highlight>
                <a:latin typeface="Rockwell" panose="02060603020205020403" pitchFamily="18" charset="0"/>
              </a:rPr>
              <a:t>Ladder Logic (LD): </a:t>
            </a:r>
            <a:r>
              <a:rPr lang="en-GB" sz="3200" dirty="0">
                <a:latin typeface="Rockwell" panose="02060603020205020403" pitchFamily="18" charset="0"/>
              </a:rPr>
              <a:t>Graphical language resembling electrical relay logic diagrams.</a:t>
            </a:r>
          </a:p>
          <a:p>
            <a:pPr lvl="2"/>
            <a:r>
              <a:rPr lang="en-GB" sz="3200" dirty="0">
                <a:latin typeface="Rockwell" panose="02060603020205020403" pitchFamily="18" charset="0"/>
              </a:rPr>
              <a:t>Function Block Diagram (FBD)</a:t>
            </a:r>
          </a:p>
          <a:p>
            <a:pPr lvl="2"/>
            <a:r>
              <a:rPr lang="en-GB" sz="3200" dirty="0">
                <a:latin typeface="Rockwell" panose="02060603020205020403" pitchFamily="18" charset="0"/>
              </a:rPr>
              <a:t>Structured Text (ST)</a:t>
            </a:r>
          </a:p>
          <a:p>
            <a:pPr lvl="2"/>
            <a:r>
              <a:rPr lang="en-GB" sz="3200" dirty="0">
                <a:latin typeface="Rockwell" panose="02060603020205020403" pitchFamily="18" charset="0"/>
              </a:rPr>
              <a:t>Instruction List (IL)</a:t>
            </a:r>
          </a:p>
          <a:p>
            <a:pPr lvl="2"/>
            <a:r>
              <a:rPr lang="en-GB" sz="3200" dirty="0">
                <a:latin typeface="Rockwell" panose="02060603020205020403" pitchFamily="18" charset="0"/>
              </a:rPr>
              <a:t>Sequential Function Chart (SFC)</a:t>
            </a:r>
            <a:endParaRPr lang="en-TZ" sz="3200" dirty="0">
              <a:latin typeface="Rockwell" panose="02060603020205020403" pitchFamily="18" charset="0"/>
            </a:endParaRPr>
          </a:p>
        </p:txBody>
      </p:sp>
    </p:spTree>
    <p:extLst>
      <p:ext uri="{BB962C8B-B14F-4D97-AF65-F5344CB8AC3E}">
        <p14:creationId xmlns:p14="http://schemas.microsoft.com/office/powerpoint/2010/main" val="2196641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7981950" cy="5029200"/>
          </a:xfrm>
        </p:spPr>
        <p:txBody>
          <a:bodyPr>
            <a:normAutofit lnSpcReduction="10000"/>
          </a:bodyPr>
          <a:lstStyle/>
          <a:p>
            <a:pPr algn="just">
              <a:lnSpc>
                <a:spcPct val="150000"/>
              </a:lnSpc>
            </a:pPr>
            <a:r>
              <a:rPr lang="en-US" sz="2800" dirty="0">
                <a:latin typeface="Rockwell" panose="02060603020205020403" pitchFamily="18" charset="0"/>
              </a:rPr>
              <a:t>PLC programming based on the use of</a:t>
            </a:r>
            <a:r>
              <a:rPr lang="en-US" sz="2800" b="1" dirty="0">
                <a:latin typeface="Rockwell" panose="02060603020205020403" pitchFamily="18" charset="0"/>
              </a:rPr>
              <a:t> </a:t>
            </a:r>
            <a:r>
              <a:rPr lang="en-US" sz="2800" b="1" dirty="0">
                <a:solidFill>
                  <a:srgbClr val="0000FF"/>
                </a:solidFill>
                <a:highlight>
                  <a:srgbClr val="FFFF00"/>
                </a:highlight>
                <a:latin typeface="Rockwell" panose="02060603020205020403" pitchFamily="18" charset="0"/>
              </a:rPr>
              <a:t>ladder diagrams</a:t>
            </a:r>
            <a:r>
              <a:rPr lang="en-US" sz="2800" b="1" dirty="0">
                <a:solidFill>
                  <a:srgbClr val="0000FF"/>
                </a:solidFill>
                <a:latin typeface="Rockwell" panose="02060603020205020403" pitchFamily="18" charset="0"/>
              </a:rPr>
              <a:t> </a:t>
            </a:r>
            <a:r>
              <a:rPr lang="en-US" sz="2800" dirty="0">
                <a:latin typeface="Rockwell" panose="02060603020205020403" pitchFamily="18" charset="0"/>
              </a:rPr>
              <a:t>involves writing a program in a similar manner to drawing a switching circuit. The ladder diagram consists of two vertical lines representing the power rails. They are called “ladder” diagrams because they resemble a ladder, and as many “ rungs” (horizontal lines) </a:t>
            </a:r>
          </a:p>
          <a:p>
            <a:pPr algn="just">
              <a:lnSpc>
                <a:spcPct val="150000"/>
              </a:lnSpc>
            </a:pPr>
            <a:endParaRPr lang="en-US" sz="2800" dirty="0">
              <a:latin typeface="Rockwell" panose="02060603020205020403" pitchFamily="18" charset="0"/>
            </a:endParaRPr>
          </a:p>
        </p:txBody>
      </p:sp>
      <p:sp>
        <p:nvSpPr>
          <p:cNvPr id="4" name="Slide Number Placeholder 3"/>
          <p:cNvSpPr>
            <a:spLocks noGrp="1"/>
          </p:cNvSpPr>
          <p:nvPr>
            <p:ph type="sldNum" sz="quarter" idx="12"/>
          </p:nvPr>
        </p:nvSpPr>
        <p:spPr/>
        <p:txBody>
          <a:bodyPr/>
          <a:lstStyle/>
          <a:p>
            <a:fld id="{97BB9E5F-E5FF-457C-9EF3-0E0EE116FA91}" type="slidenum">
              <a:rPr lang="en-US" smtClean="0"/>
              <a:pPr/>
              <a:t>14</a:t>
            </a:fld>
            <a:endParaRPr lang="en-US"/>
          </a:p>
        </p:txBody>
      </p:sp>
      <p:sp>
        <p:nvSpPr>
          <p:cNvPr id="7" name="Title 1">
            <a:extLst>
              <a:ext uri="{FF2B5EF4-FFF2-40B4-BE49-F238E27FC236}">
                <a16:creationId xmlns:a16="http://schemas.microsoft.com/office/drawing/2014/main" id="{4B09378B-3B32-4F12-9584-87614ED75E30}"/>
              </a:ext>
            </a:extLst>
          </p:cNvPr>
          <p:cNvSpPr txBox="1">
            <a:spLocks/>
          </p:cNvSpPr>
          <p:nvPr/>
        </p:nvSpPr>
        <p:spPr bwMode="auto">
          <a:xfrm>
            <a:off x="3810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058150" cy="5730876"/>
          </a:xfrm>
        </p:spPr>
        <p:txBody>
          <a:bodyPr>
            <a:normAutofit/>
          </a:bodyPr>
          <a:lstStyle/>
          <a:p>
            <a:pPr algn="just"/>
            <a:r>
              <a:rPr lang="en-US" sz="2400" dirty="0">
                <a:latin typeface="Rockwell" panose="02060603020205020403" pitchFamily="18" charset="0"/>
              </a:rPr>
              <a:t>In the drawing the circuit line for a rungs, </a:t>
            </a:r>
            <a:r>
              <a:rPr lang="en-US" sz="2400" dirty="0">
                <a:solidFill>
                  <a:srgbClr val="0000FF"/>
                </a:solidFill>
                <a:latin typeface="Rockwell" panose="02060603020205020403" pitchFamily="18" charset="0"/>
              </a:rPr>
              <a:t>inputs must always precede outputs</a:t>
            </a:r>
            <a:r>
              <a:rPr lang="en-US" sz="2400" dirty="0">
                <a:latin typeface="Rockwell" panose="02060603020205020403" pitchFamily="18" charset="0"/>
              </a:rPr>
              <a:t> and </a:t>
            </a:r>
            <a:r>
              <a:rPr lang="en-US" sz="2400" dirty="0">
                <a:solidFill>
                  <a:srgbClr val="0000FF"/>
                </a:solidFill>
                <a:latin typeface="Rockwell" panose="02060603020205020403" pitchFamily="18" charset="0"/>
              </a:rPr>
              <a:t>there must be at least one output on each line</a:t>
            </a:r>
            <a:r>
              <a:rPr lang="en-US" sz="2400" dirty="0">
                <a:latin typeface="Rockwell" panose="02060603020205020403" pitchFamily="18" charset="0"/>
              </a:rPr>
              <a:t>. </a:t>
            </a:r>
            <a:r>
              <a:rPr lang="en-US" sz="2400" dirty="0">
                <a:highlight>
                  <a:srgbClr val="FFFF00"/>
                </a:highlight>
                <a:latin typeface="Rockwell" panose="02060603020205020403" pitchFamily="18" charset="0"/>
              </a:rPr>
              <a:t>Each rung must start with an input or a series of inputs and end with an output</a:t>
            </a:r>
            <a:r>
              <a:rPr lang="en-US" sz="2400" dirty="0">
                <a:latin typeface="Rockwell" panose="02060603020205020403" pitchFamily="18" charset="0"/>
              </a:rPr>
              <a:t>.</a:t>
            </a:r>
          </a:p>
          <a:p>
            <a:pPr algn="just"/>
            <a:r>
              <a:rPr lang="en-US" sz="2400" dirty="0">
                <a:latin typeface="Rockwell" panose="02060603020205020403" pitchFamily="18" charset="0"/>
              </a:rPr>
              <a:t>The inputs and outputs are numbered, the notation used depending on the manufacturer, e.g. the Mitsubishi F series of PLCs precedes input elements by an X and output elements by a Y and uses the following numbers </a:t>
            </a:r>
          </a:p>
          <a:p>
            <a:pPr lvl="2" algn="just">
              <a:buNone/>
            </a:pPr>
            <a:endParaRPr lang="en-US" sz="1600" dirty="0">
              <a:latin typeface="Rockwell" panose="02060603020205020403" pitchFamily="18" charset="0"/>
            </a:endParaRPr>
          </a:p>
          <a:p>
            <a:pPr lvl="2" algn="just">
              <a:buNone/>
            </a:pPr>
            <a:r>
              <a:rPr lang="en-US" sz="1800" dirty="0">
                <a:latin typeface="Rockwell" panose="02060603020205020403" pitchFamily="18" charset="0"/>
              </a:rPr>
              <a:t> In put X400 - 407, 410 - 413</a:t>
            </a:r>
          </a:p>
          <a:p>
            <a:pPr lvl="2" algn="just">
              <a:buNone/>
            </a:pPr>
            <a:r>
              <a:rPr lang="en-US" sz="1800" dirty="0">
                <a:latin typeface="Rockwell" panose="02060603020205020403" pitchFamily="18" charset="0"/>
              </a:rPr>
              <a:t>           X500 - 507, 510 - 513</a:t>
            </a:r>
          </a:p>
          <a:p>
            <a:pPr lvl="2" algn="just">
              <a:buNone/>
            </a:pPr>
            <a:r>
              <a:rPr lang="en-US" sz="1800" dirty="0">
                <a:latin typeface="Rockwell" panose="02060603020205020403" pitchFamily="18" charset="0"/>
              </a:rPr>
              <a:t>                 (24 possible inputs)</a:t>
            </a:r>
          </a:p>
          <a:p>
            <a:pPr lvl="2" algn="just">
              <a:buNone/>
            </a:pPr>
            <a:endParaRPr lang="en-US" sz="1800" dirty="0">
              <a:latin typeface="Rockwell" panose="02060603020205020403" pitchFamily="18" charset="0"/>
            </a:endParaRPr>
          </a:p>
          <a:p>
            <a:pPr lvl="2" algn="just">
              <a:buNone/>
            </a:pPr>
            <a:r>
              <a:rPr lang="fr-FR" sz="1800" dirty="0">
                <a:latin typeface="Rockwell" panose="02060603020205020403" pitchFamily="18" charset="0"/>
              </a:rPr>
              <a:t>Outputs   Y430 - 437</a:t>
            </a:r>
          </a:p>
          <a:p>
            <a:pPr lvl="2" algn="just">
              <a:buNone/>
            </a:pPr>
            <a:r>
              <a:rPr lang="fr-FR" sz="1800" dirty="0">
                <a:latin typeface="Rockwell" panose="02060603020205020403" pitchFamily="18" charset="0"/>
              </a:rPr>
              <a:t>                Y530 - 537</a:t>
            </a:r>
          </a:p>
          <a:p>
            <a:pPr lvl="2" algn="just">
              <a:buNone/>
            </a:pPr>
            <a:r>
              <a:rPr lang="fr-FR" sz="1800" dirty="0">
                <a:latin typeface="Rockwell" panose="02060603020205020403" pitchFamily="18" charset="0"/>
              </a:rPr>
              <a:t>                (16 possible outputs</a:t>
            </a:r>
            <a:r>
              <a:rPr lang="en-US" sz="1800" dirty="0">
                <a:latin typeface="Rockwell" panose="02060603020205020403" pitchFamily="18" charset="0"/>
              </a:rPr>
              <a:t>) </a:t>
            </a:r>
          </a:p>
          <a:p>
            <a:pPr lvl="2" algn="just">
              <a:buNone/>
            </a:pPr>
            <a:endParaRPr lang="en-US" sz="1800" dirty="0">
              <a:latin typeface="Rockwell" panose="02060603020205020403" pitchFamily="18" charset="0"/>
            </a:endParaRPr>
          </a:p>
        </p:txBody>
      </p:sp>
      <p:sp>
        <p:nvSpPr>
          <p:cNvPr id="5" name="Slide Number Placeholder 4"/>
          <p:cNvSpPr>
            <a:spLocks noGrp="1"/>
          </p:cNvSpPr>
          <p:nvPr>
            <p:ph type="sldNum" sz="quarter" idx="12"/>
          </p:nvPr>
        </p:nvSpPr>
        <p:spPr/>
        <p:txBody>
          <a:bodyPr/>
          <a:lstStyle/>
          <a:p>
            <a:fld id="{97BB9E5F-E5FF-457C-9EF3-0E0EE116FA91}" type="slidenum">
              <a:rPr lang="en-US" smtClean="0"/>
              <a:pPr/>
              <a:t>15</a:t>
            </a:fld>
            <a:endParaRPr lang="en-US"/>
          </a:p>
        </p:txBody>
      </p:sp>
      <p:sp>
        <p:nvSpPr>
          <p:cNvPr id="4" name="Rectangle 3"/>
          <p:cNvSpPr/>
          <p:nvPr/>
        </p:nvSpPr>
        <p:spPr>
          <a:xfrm>
            <a:off x="5486400" y="4267200"/>
            <a:ext cx="3429000" cy="369332"/>
          </a:xfrm>
          <a:prstGeom prst="rect">
            <a:avLst/>
          </a:prstGeom>
        </p:spPr>
        <p:txBody>
          <a:bodyPr wrap="square">
            <a:spAutoFit/>
          </a:bodyPr>
          <a:lstStyle/>
          <a:p>
            <a:endParaRPr lang="en-US" dirty="0">
              <a:latin typeface="Rockwell" panose="02060603020205020403" pitchFamily="18" charset="0"/>
            </a:endParaRPr>
          </a:p>
        </p:txBody>
      </p:sp>
      <p:sp>
        <p:nvSpPr>
          <p:cNvPr id="8" name="Title 1">
            <a:extLst>
              <a:ext uri="{FF2B5EF4-FFF2-40B4-BE49-F238E27FC236}">
                <a16:creationId xmlns:a16="http://schemas.microsoft.com/office/drawing/2014/main" id="{3281CF01-7358-41D3-B5D7-95AF2F149FCF}"/>
              </a:ext>
            </a:extLst>
          </p:cNvPr>
          <p:cNvSpPr txBox="1">
            <a:spLocks/>
          </p:cNvSpPr>
          <p:nvPr/>
        </p:nvSpPr>
        <p:spPr bwMode="auto">
          <a:xfrm>
            <a:off x="3810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Ladder symbols</a:t>
            </a:r>
            <a:endParaRPr lang="en-US" dirty="0"/>
          </a:p>
          <a:p>
            <a:endParaRPr lang="en-US" dirty="0"/>
          </a:p>
        </p:txBody>
      </p:sp>
      <p:sp>
        <p:nvSpPr>
          <p:cNvPr id="11" name="Slide Number Placeholder 10"/>
          <p:cNvSpPr>
            <a:spLocks noGrp="1"/>
          </p:cNvSpPr>
          <p:nvPr>
            <p:ph type="sldNum" sz="quarter" idx="12"/>
          </p:nvPr>
        </p:nvSpPr>
        <p:spPr/>
        <p:txBody>
          <a:bodyPr/>
          <a:lstStyle/>
          <a:p>
            <a:fld id="{97BB9E5F-E5FF-457C-9EF3-0E0EE116FA91}" type="slidenum">
              <a:rPr lang="en-US" smtClean="0"/>
              <a:pPr/>
              <a:t>16</a:t>
            </a:fld>
            <a:endParaRPr lang="en-US"/>
          </a:p>
        </p:txBody>
      </p:sp>
      <p:pic>
        <p:nvPicPr>
          <p:cNvPr id="35843" name="Picture 3"/>
          <p:cNvPicPr>
            <a:picLocks noChangeAspect="1" noChangeArrowheads="1"/>
          </p:cNvPicPr>
          <p:nvPr/>
        </p:nvPicPr>
        <p:blipFill>
          <a:blip r:embed="rId3"/>
          <a:srcRect/>
          <a:stretch>
            <a:fillRect/>
          </a:stretch>
        </p:blipFill>
        <p:spPr bwMode="auto">
          <a:xfrm>
            <a:off x="398016" y="1671458"/>
            <a:ext cx="3657600" cy="766763"/>
          </a:xfrm>
          <a:prstGeom prst="rect">
            <a:avLst/>
          </a:prstGeom>
          <a:noFill/>
          <a:ln>
            <a:solidFill>
              <a:schemeClr val="tx2">
                <a:lumMod val="65000"/>
                <a:lumOff val="35000"/>
              </a:schemeClr>
            </a:solidFill>
          </a:ln>
        </p:spPr>
      </p:pic>
      <p:pic>
        <p:nvPicPr>
          <p:cNvPr id="35842" name="Picture 2"/>
          <p:cNvPicPr>
            <a:picLocks noChangeAspect="1" noChangeArrowheads="1"/>
          </p:cNvPicPr>
          <p:nvPr/>
        </p:nvPicPr>
        <p:blipFill>
          <a:blip r:embed="rId4"/>
          <a:srcRect/>
          <a:stretch>
            <a:fillRect/>
          </a:stretch>
        </p:blipFill>
        <p:spPr bwMode="auto">
          <a:xfrm>
            <a:off x="237463" y="2868460"/>
            <a:ext cx="3978706" cy="819145"/>
          </a:xfrm>
          <a:prstGeom prst="rect">
            <a:avLst/>
          </a:prstGeom>
          <a:noFill/>
          <a:ln>
            <a:solidFill>
              <a:schemeClr val="tx2">
                <a:lumMod val="65000"/>
                <a:lumOff val="35000"/>
              </a:schemeClr>
            </a:solidFill>
          </a:ln>
        </p:spPr>
      </p:pic>
      <p:pic>
        <p:nvPicPr>
          <p:cNvPr id="35841" name="Picture 1"/>
          <p:cNvPicPr>
            <a:picLocks noChangeAspect="1" noChangeArrowheads="1"/>
          </p:cNvPicPr>
          <p:nvPr/>
        </p:nvPicPr>
        <p:blipFill>
          <a:blip r:embed="rId5"/>
          <a:srcRect/>
          <a:stretch>
            <a:fillRect/>
          </a:stretch>
        </p:blipFill>
        <p:spPr bwMode="auto">
          <a:xfrm>
            <a:off x="4665026" y="1613665"/>
            <a:ext cx="2590800" cy="1036320"/>
          </a:xfrm>
          <a:prstGeom prst="rect">
            <a:avLst/>
          </a:prstGeom>
          <a:noFill/>
          <a:ln>
            <a:solidFill>
              <a:schemeClr val="tx2">
                <a:lumMod val="65000"/>
                <a:lumOff val="35000"/>
              </a:schemeClr>
            </a:solidFill>
          </a:ln>
        </p:spPr>
      </p:pic>
      <p:sp>
        <p:nvSpPr>
          <p:cNvPr id="35845" name="Rectangle 5"/>
          <p:cNvSpPr>
            <a:spLocks noChangeArrowheads="1"/>
          </p:cNvSpPr>
          <p:nvPr/>
        </p:nvSpPr>
        <p:spPr bwMode="auto">
          <a:xfrm>
            <a:off x="0" y="8953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5847" name="Rectangle 7"/>
          <p:cNvSpPr>
            <a:spLocks noChangeArrowheads="1"/>
          </p:cNvSpPr>
          <p:nvPr/>
        </p:nvSpPr>
        <p:spPr bwMode="auto">
          <a:xfrm>
            <a:off x="0" y="28956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200" b="0" i="0" u="none" strike="noStrike" cap="none" normalizeH="0" baseline="0">
                <a:ln>
                  <a:noFill/>
                </a:ln>
                <a:solidFill>
                  <a:schemeClr val="tx1"/>
                </a:solidFill>
                <a:effectLst/>
                <a:latin typeface="Arial" pitchFamily="34" charset="0"/>
                <a:ea typeface="Times New Roman" pitchFamily="18"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35848" name="Picture 8"/>
          <p:cNvPicPr>
            <a:picLocks noChangeAspect="1" noChangeArrowheads="1"/>
          </p:cNvPicPr>
          <p:nvPr/>
        </p:nvPicPr>
        <p:blipFill>
          <a:blip r:embed="rId6"/>
          <a:srcRect/>
          <a:stretch>
            <a:fillRect/>
          </a:stretch>
        </p:blipFill>
        <p:spPr bwMode="auto">
          <a:xfrm>
            <a:off x="4642832" y="3049768"/>
            <a:ext cx="4164037" cy="2819400"/>
          </a:xfrm>
          <a:prstGeom prst="rect">
            <a:avLst/>
          </a:prstGeom>
          <a:noFill/>
          <a:ln w="9525">
            <a:solidFill>
              <a:schemeClr val="tx2">
                <a:lumMod val="65000"/>
                <a:lumOff val="35000"/>
              </a:schemeClr>
            </a:solidFill>
            <a:miter lim="800000"/>
            <a:headEnd/>
            <a:tailEnd/>
          </a:ln>
        </p:spPr>
      </p:pic>
      <p:sp>
        <p:nvSpPr>
          <p:cNvPr id="13" name="Rectangle 12"/>
          <p:cNvSpPr/>
          <p:nvPr/>
        </p:nvSpPr>
        <p:spPr>
          <a:xfrm>
            <a:off x="4642832" y="6126163"/>
            <a:ext cx="3360856" cy="369332"/>
          </a:xfrm>
          <a:prstGeom prst="rect">
            <a:avLst/>
          </a:prstGeom>
        </p:spPr>
        <p:txBody>
          <a:bodyPr wrap="none">
            <a:spAutoFit/>
          </a:bodyPr>
          <a:lstStyle/>
          <a:p>
            <a:r>
              <a:rPr lang="en-US" b="1" dirty="0">
                <a:latin typeface="Rockwell" panose="02060603020205020403" pitchFamily="18" charset="0"/>
              </a:rPr>
              <a:t>Fig 1.1</a:t>
            </a:r>
            <a:r>
              <a:rPr lang="en-US" dirty="0">
                <a:latin typeface="Rockwell" panose="02060603020205020403" pitchFamily="18" charset="0"/>
              </a:rPr>
              <a:t> Ladder Logic diagram</a:t>
            </a:r>
          </a:p>
        </p:txBody>
      </p:sp>
      <p:sp>
        <p:nvSpPr>
          <p:cNvPr id="12" name="Title 1">
            <a:extLst>
              <a:ext uri="{FF2B5EF4-FFF2-40B4-BE49-F238E27FC236}">
                <a16:creationId xmlns:a16="http://schemas.microsoft.com/office/drawing/2014/main" id="{E9BAEFC3-BE03-4CFB-BFE4-E5C62EE9D232}"/>
              </a:ext>
            </a:extLst>
          </p:cNvPr>
          <p:cNvSpPr txBox="1">
            <a:spLocks/>
          </p:cNvSpPr>
          <p:nvPr/>
        </p:nvSpPr>
        <p:spPr bwMode="auto">
          <a:xfrm>
            <a:off x="3810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534400" cy="5562600"/>
          </a:xfrm>
        </p:spPr>
        <p:txBody>
          <a:bodyPr/>
          <a:lstStyle/>
          <a:p>
            <a:pPr algn="just">
              <a:buNone/>
            </a:pPr>
            <a:r>
              <a:rPr lang="en-US" sz="2400" b="1" dirty="0">
                <a:latin typeface="Rockwell" panose="02060603020205020403" pitchFamily="18" charset="0"/>
              </a:rPr>
              <a:t>Logic functions</a:t>
            </a:r>
            <a:endParaRPr lang="en-US" sz="2400" dirty="0">
              <a:latin typeface="Rockwell" panose="02060603020205020403" pitchFamily="18" charset="0"/>
            </a:endParaRPr>
          </a:p>
          <a:p>
            <a:pPr algn="just"/>
            <a:r>
              <a:rPr lang="en-US" sz="2400" dirty="0">
                <a:latin typeface="Rockwell" panose="02060603020205020403" pitchFamily="18" charset="0"/>
              </a:rPr>
              <a:t>The logic functions can be obtained by combinations of switches and the following shows how we can write ladder programs for such combinations</a:t>
            </a:r>
          </a:p>
          <a:p>
            <a:pPr algn="just"/>
            <a:endParaRPr lang="en-US" sz="2400" dirty="0">
              <a:latin typeface="Rockwell" panose="02060603020205020403" pitchFamily="18" charset="0"/>
            </a:endParaRPr>
          </a:p>
        </p:txBody>
      </p:sp>
      <p:sp>
        <p:nvSpPr>
          <p:cNvPr id="7" name="Slide Number Placeholder 6"/>
          <p:cNvSpPr>
            <a:spLocks noGrp="1"/>
          </p:cNvSpPr>
          <p:nvPr>
            <p:ph type="sldNum" sz="quarter" idx="12"/>
          </p:nvPr>
        </p:nvSpPr>
        <p:spPr/>
        <p:txBody>
          <a:bodyPr/>
          <a:lstStyle/>
          <a:p>
            <a:fld id="{97BB9E5F-E5FF-457C-9EF3-0E0EE116FA91}" type="slidenum">
              <a:rPr lang="en-US" smtClean="0"/>
              <a:pPr/>
              <a:t>17</a:t>
            </a:fld>
            <a:endParaRPr lang="en-US"/>
          </a:p>
        </p:txBody>
      </p:sp>
      <p:sp>
        <p:nvSpPr>
          <p:cNvPr id="4" name="Title 1"/>
          <p:cNvSpPr txBox="1">
            <a:spLocks/>
          </p:cNvSpPr>
          <p:nvPr/>
        </p:nvSpPr>
        <p:spPr bwMode="auto">
          <a:xfrm>
            <a:off x="3810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
        <p:nvSpPr>
          <p:cNvPr id="41986" name="Rectangle 2"/>
          <p:cNvSpPr>
            <a:spLocks noChangeArrowheads="1"/>
          </p:cNvSpPr>
          <p:nvPr/>
        </p:nvSpPr>
        <p:spPr bwMode="auto">
          <a:xfrm>
            <a:off x="3124200" y="2743200"/>
            <a:ext cx="5791200" cy="3477875"/>
          </a:xfrm>
          <a:prstGeom prst="rect">
            <a:avLst/>
          </a:prstGeom>
          <a:noFill/>
          <a:ln w="9525">
            <a:solidFill>
              <a:schemeClr val="tx2">
                <a:lumMod val="65000"/>
                <a:lumOff val="3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tabLst>
                <a:tab pos="228600" algn="l"/>
              </a:tabLst>
            </a:pPr>
            <a:r>
              <a:rPr lang="en-US" sz="2000" b="1" dirty="0">
                <a:latin typeface="Rockwell" panose="02060603020205020403" pitchFamily="18" charset="0"/>
                <a:ea typeface="Times New Roman" pitchFamily="18" charset="0"/>
                <a:cs typeface="Arial" pitchFamily="34" charset="0"/>
              </a:rPr>
              <a:t>AND logic condition</a:t>
            </a:r>
            <a:endParaRPr kumimoji="0" lang="en-US" sz="2000" b="1" i="0" u="none" strike="noStrike" cap="none" normalizeH="0" baseline="0" dirty="0">
              <a:ln>
                <a:noFill/>
              </a:ln>
              <a:solidFill>
                <a:schemeClr val="tx1"/>
              </a:solidFill>
              <a:effectLst/>
              <a:latin typeface="Rockwell" panose="02060603020205020403"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en-US" sz="2000" b="0" i="0" u="none" strike="noStrike" cap="none" normalizeH="0" baseline="0" dirty="0">
                <a:ln>
                  <a:noFill/>
                </a:ln>
                <a:solidFill>
                  <a:schemeClr val="tx1"/>
                </a:solidFill>
                <a:effectLst/>
                <a:latin typeface="Rockwell" panose="02060603020205020403" pitchFamily="18" charset="0"/>
                <a:ea typeface="Times New Roman" pitchFamily="18" charset="0"/>
                <a:cs typeface="Arial" pitchFamily="34" charset="0"/>
              </a:rPr>
              <a:t>Figure 1.2(a) shows a situation where a coil is not energized unless two, normally open, switches are both closed. Switch A and switch B have both to be closed, which thus gives an AND logic situation. </a:t>
            </a:r>
            <a:endParaRPr kumimoji="0" lang="en-US" sz="2000" b="0" i="0" u="none" strike="noStrike" cap="none" normalizeH="0" baseline="0" dirty="0">
              <a:ln>
                <a:noFill/>
              </a:ln>
              <a:solidFill>
                <a:schemeClr val="tx1"/>
              </a:solidFill>
              <a:effectLst/>
              <a:latin typeface="Rockwell" panose="02060603020205020403" pitchFamily="18" charset="0"/>
              <a:cs typeface="Arial" pitchFamily="34" charset="0"/>
            </a:endParaRPr>
          </a:p>
          <a:p>
            <a:pPr lvl="1" algn="just" eaLnBrk="0" fontAlgn="base" hangingPunct="0">
              <a:spcBef>
                <a:spcPct val="0"/>
              </a:spcBef>
              <a:spcAft>
                <a:spcPct val="0"/>
              </a:spcAft>
              <a:tabLst>
                <a:tab pos="228600" algn="l"/>
              </a:tabLst>
            </a:pPr>
            <a:r>
              <a:rPr kumimoji="0" lang="en-US" sz="2000" b="0" i="0" u="none" strike="noStrike" cap="none" normalizeH="0" baseline="0" dirty="0">
                <a:ln>
                  <a:noFill/>
                </a:ln>
                <a:solidFill>
                  <a:schemeClr val="tx1"/>
                </a:solidFill>
                <a:effectLst/>
                <a:latin typeface="Rockwell" panose="02060603020205020403" pitchFamily="18" charset="0"/>
                <a:ea typeface="Times New Roman" pitchFamily="18" charset="0"/>
                <a:cs typeface="Arial" pitchFamily="34" charset="0"/>
              </a:rPr>
              <a:t>The ladder diagram starts with</a:t>
            </a:r>
            <a:r>
              <a:rPr lang="en-TZ" sz="2000" dirty="0"/>
              <a:t> </a:t>
            </a:r>
            <a:r>
              <a:rPr lang="en-TZ" sz="2000" b="1" dirty="0"/>
              <a:t>[</a:t>
            </a:r>
            <a:r>
              <a:rPr lang="en-TZ" sz="2000" dirty="0"/>
              <a:t> </a:t>
            </a:r>
            <a:r>
              <a:rPr lang="en-TZ" sz="2000" b="1" dirty="0"/>
              <a:t>]</a:t>
            </a:r>
            <a:r>
              <a:rPr kumimoji="0" lang="en-US" sz="2000" b="1" i="0" u="none" strike="noStrike" cap="none" normalizeH="0" baseline="0" dirty="0">
                <a:ln>
                  <a:noFill/>
                </a:ln>
                <a:solidFill>
                  <a:schemeClr val="tx1"/>
                </a:solidFill>
                <a:effectLst/>
                <a:latin typeface="Rockwell" panose="02060603020205020403" pitchFamily="18" charset="0"/>
                <a:ea typeface="Times New Roman" pitchFamily="18" charset="0"/>
                <a:cs typeface="Arial" pitchFamily="34" charset="0"/>
              </a:rPr>
              <a:t>,</a:t>
            </a:r>
            <a:r>
              <a:rPr kumimoji="0" lang="en-US" sz="2000" b="0" i="0" u="none" strike="noStrike" cap="none" normalizeH="0" baseline="0" dirty="0">
                <a:ln>
                  <a:noFill/>
                </a:ln>
                <a:solidFill>
                  <a:schemeClr val="tx1"/>
                </a:solidFill>
                <a:effectLst/>
                <a:latin typeface="Rockwell" panose="02060603020205020403" pitchFamily="18" charset="0"/>
                <a:ea typeface="Times New Roman" pitchFamily="18" charset="0"/>
                <a:cs typeface="Arial" pitchFamily="34" charset="0"/>
                <a:sym typeface="Symbol" pitchFamily="18" charset="2"/>
              </a:rPr>
              <a:t> labeled Input 1, to represent switch A and in series with it </a:t>
            </a:r>
            <a:r>
              <a:rPr lang="en-TZ" sz="2000" b="1" dirty="0"/>
              <a:t>[</a:t>
            </a:r>
            <a:r>
              <a:rPr lang="en-TZ" sz="2000" dirty="0"/>
              <a:t> </a:t>
            </a:r>
            <a:r>
              <a:rPr lang="en-TZ" sz="2000" b="1" dirty="0"/>
              <a:t>]</a:t>
            </a:r>
            <a:r>
              <a:rPr kumimoji="0" lang="en-US" sz="2000" i="0" u="none" strike="noStrike" cap="none" normalizeH="0" baseline="0" dirty="0">
                <a:ln>
                  <a:noFill/>
                </a:ln>
                <a:solidFill>
                  <a:schemeClr val="tx1"/>
                </a:solidFill>
                <a:effectLst/>
                <a:latin typeface="Rockwell" panose="02060603020205020403" pitchFamily="18" charset="0"/>
                <a:ea typeface="Times New Roman" pitchFamily="18" charset="0"/>
                <a:cs typeface="Arial" pitchFamily="34" charset="0"/>
              </a:rPr>
              <a:t>, </a:t>
            </a:r>
            <a:r>
              <a:rPr kumimoji="0" lang="en-US" sz="2000" i="0" u="none" strike="noStrike" cap="none" normalizeH="0" baseline="0" dirty="0">
                <a:ln>
                  <a:noFill/>
                </a:ln>
                <a:solidFill>
                  <a:schemeClr val="tx1"/>
                </a:solidFill>
                <a:effectLst/>
                <a:latin typeface="Rockwell" panose="02060603020205020403" pitchFamily="18" charset="0"/>
                <a:ea typeface="Times New Roman" pitchFamily="18" charset="0"/>
                <a:cs typeface="Arial" pitchFamily="34" charset="0"/>
                <a:sym typeface="Symbol" pitchFamily="18" charset="2"/>
              </a:rPr>
              <a:t> labeled Input 2, to present switch B. The line then terminates with </a:t>
            </a:r>
            <a:r>
              <a:rPr kumimoji="0" lang="en-US" sz="2000" b="0" i="0" u="none" strike="noStrike" cap="none" normalizeH="0" baseline="0" dirty="0">
                <a:ln>
                  <a:noFill/>
                </a:ln>
                <a:solidFill>
                  <a:schemeClr val="tx1"/>
                </a:solidFill>
                <a:effectLst/>
                <a:latin typeface="Rockwell" panose="02060603020205020403" pitchFamily="18" charset="0"/>
                <a:ea typeface="Times New Roman" pitchFamily="18" charset="0"/>
                <a:cs typeface="Arial" pitchFamily="34" charset="0"/>
              </a:rPr>
              <a:t> to present the output. Figure 1.2(b) shows the line.</a:t>
            </a:r>
            <a:endParaRPr kumimoji="0" lang="en-US" sz="2000" b="1" i="0" u="none" strike="noStrike" cap="none" normalizeH="0" baseline="0" dirty="0">
              <a:ln>
                <a:noFill/>
              </a:ln>
              <a:solidFill>
                <a:schemeClr val="tx1"/>
              </a:solidFill>
              <a:effectLst/>
              <a:latin typeface="Rockwell" panose="02060603020205020403" pitchFamily="18" charset="0"/>
              <a:ea typeface="Times New Roman" pitchFamily="18" charset="0"/>
              <a:cs typeface="Arial" pitchFamily="34" charset="0"/>
              <a:sym typeface="Symbol" pitchFamily="18" charset="2"/>
            </a:endParaRPr>
          </a:p>
        </p:txBody>
      </p:sp>
      <p:pic>
        <p:nvPicPr>
          <p:cNvPr id="41985" name="Picture 1"/>
          <p:cNvPicPr>
            <a:picLocks noChangeAspect="1" noChangeArrowheads="1"/>
          </p:cNvPicPr>
          <p:nvPr/>
        </p:nvPicPr>
        <p:blipFill>
          <a:blip r:embed="rId3"/>
          <a:srcRect/>
          <a:stretch>
            <a:fillRect/>
          </a:stretch>
        </p:blipFill>
        <p:spPr bwMode="auto">
          <a:xfrm>
            <a:off x="381000" y="2703909"/>
            <a:ext cx="2286000" cy="1916907"/>
          </a:xfrm>
          <a:prstGeom prst="rect">
            <a:avLst/>
          </a:prstGeom>
          <a:noFill/>
          <a:ln>
            <a:solidFill>
              <a:schemeClr val="tx2">
                <a:lumMod val="65000"/>
                <a:lumOff val="35000"/>
              </a:schemeClr>
            </a:solidFill>
          </a:ln>
        </p:spPr>
      </p:pic>
      <p:sp>
        <p:nvSpPr>
          <p:cNvPr id="9" name="Rectangle 8"/>
          <p:cNvSpPr/>
          <p:nvPr/>
        </p:nvSpPr>
        <p:spPr>
          <a:xfrm>
            <a:off x="228600" y="4781391"/>
            <a:ext cx="2290884" cy="369332"/>
          </a:xfrm>
          <a:prstGeom prst="rect">
            <a:avLst/>
          </a:prstGeom>
        </p:spPr>
        <p:txBody>
          <a:bodyPr wrap="none">
            <a:spAutoFit/>
          </a:bodyPr>
          <a:lstStyle/>
          <a:p>
            <a:r>
              <a:rPr lang="en-US" b="1" dirty="0"/>
              <a:t>Fig 1.2</a:t>
            </a:r>
            <a:r>
              <a:rPr lang="en-US" dirty="0"/>
              <a:t> An AND system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half" idx="1"/>
          </p:nvPr>
        </p:nvSpPr>
        <p:spPr>
          <a:xfrm>
            <a:off x="152400" y="737417"/>
            <a:ext cx="4724400" cy="5891983"/>
          </a:xfrm>
          <a:ln>
            <a:solidFill>
              <a:schemeClr val="tx2">
                <a:lumMod val="65000"/>
                <a:lumOff val="35000"/>
              </a:schemeClr>
            </a:solidFill>
          </a:ln>
        </p:spPr>
        <p:txBody>
          <a:bodyPr>
            <a:normAutofit fontScale="85000" lnSpcReduction="10000"/>
          </a:bodyPr>
          <a:lstStyle/>
          <a:p>
            <a:pPr lvl="0" algn="just">
              <a:buNone/>
            </a:pPr>
            <a:r>
              <a:rPr lang="en-GB" sz="2400" b="1" dirty="0">
                <a:latin typeface="Rockwell" panose="02060603020205020403" pitchFamily="18" charset="0"/>
              </a:rPr>
              <a:t>OR Logic Condition</a:t>
            </a:r>
            <a:endParaRPr lang="en-US" sz="900" b="1" dirty="0">
              <a:latin typeface="Rockwell" panose="02060603020205020403" pitchFamily="18" charset="0"/>
            </a:endParaRPr>
          </a:p>
          <a:p>
            <a:pPr marL="0" indent="0" algn="just">
              <a:buNone/>
            </a:pPr>
            <a:r>
              <a:rPr lang="en-US" sz="2300" dirty="0">
                <a:latin typeface="Rockwell" panose="02060603020205020403" pitchFamily="18" charset="0"/>
              </a:rPr>
              <a:t>Figure 1.3(a) </a:t>
            </a:r>
            <a:r>
              <a:rPr lang="en-GB" sz="2400" dirty="0">
                <a:latin typeface="Rockwell" panose="02060603020205020403" pitchFamily="18" charset="0"/>
              </a:rPr>
              <a:t>illustrates</a:t>
            </a:r>
            <a:r>
              <a:rPr lang="en-GB" sz="2400" dirty="0"/>
              <a:t>:</a:t>
            </a:r>
          </a:p>
          <a:p>
            <a:pPr algn="just"/>
            <a:endParaRPr lang="en-US" sz="800" b="1" dirty="0">
              <a:latin typeface="Rockwell" panose="02060603020205020403" pitchFamily="18" charset="0"/>
            </a:endParaRPr>
          </a:p>
          <a:p>
            <a:pPr algn="just"/>
            <a:r>
              <a:rPr lang="en-US" sz="2300" dirty="0">
                <a:latin typeface="Rockwell" panose="02060603020205020403" pitchFamily="18" charset="0"/>
              </a:rPr>
              <a:t>A coil that is not energized until either Switch A or Switch B is closed.</a:t>
            </a:r>
          </a:p>
          <a:p>
            <a:pPr lvl="1" algn="just"/>
            <a:r>
              <a:rPr lang="en-US" sz="1900" dirty="0">
                <a:latin typeface="Rockwell" panose="02060603020205020403" pitchFamily="18" charset="0"/>
              </a:rPr>
              <a:t>This represents an </a:t>
            </a:r>
            <a:r>
              <a:rPr lang="en-US" sz="1900" b="1" dirty="0">
                <a:latin typeface="Rockwell" panose="02060603020205020403" pitchFamily="18" charset="0"/>
              </a:rPr>
              <a:t>OR logic condition</a:t>
            </a:r>
            <a:r>
              <a:rPr lang="en-US" sz="2100" dirty="0">
                <a:latin typeface="Rockwell" panose="02060603020205020403" pitchFamily="18" charset="0"/>
              </a:rPr>
              <a:t>:</a:t>
            </a:r>
            <a:br>
              <a:rPr lang="en-US" dirty="0">
                <a:latin typeface="Rockwell" panose="02060603020205020403" pitchFamily="18" charset="0"/>
              </a:rPr>
            </a:br>
            <a:r>
              <a:rPr lang="en-US" sz="1900" dirty="0">
                <a:solidFill>
                  <a:srgbClr val="0000FF"/>
                </a:solidFill>
                <a:latin typeface="Rockwell" panose="02060603020205020403" pitchFamily="18" charset="0"/>
              </a:rPr>
              <a:t>situation where a coil is not energized until either, normally open, switch A or B is closed</a:t>
            </a:r>
            <a:r>
              <a:rPr lang="en-US" sz="1900" dirty="0">
                <a:latin typeface="Rockwell" panose="02060603020205020403" pitchFamily="18" charset="0"/>
              </a:rPr>
              <a:t>. </a:t>
            </a:r>
          </a:p>
          <a:p>
            <a:pPr algn="just"/>
            <a:r>
              <a:rPr lang="en-US" sz="2900" dirty="0">
                <a:latin typeface="Rockwell" panose="02060603020205020403" pitchFamily="18" charset="0"/>
              </a:rPr>
              <a:t>The situation is an OR logic gate. </a:t>
            </a:r>
          </a:p>
          <a:p>
            <a:pPr algn="just"/>
            <a:r>
              <a:rPr lang="en-US" sz="2900" dirty="0">
                <a:latin typeface="Rockwell" panose="02060603020205020403" pitchFamily="18" charset="0"/>
              </a:rPr>
              <a:t>The ladder diagram starts with  </a:t>
            </a:r>
            <a:r>
              <a:rPr lang="en-US" sz="2900" b="1" dirty="0">
                <a:latin typeface="Rockwell" panose="02060603020205020403" pitchFamily="18" charset="0"/>
                <a:sym typeface="Symbol"/>
              </a:rPr>
              <a:t></a:t>
            </a:r>
            <a:r>
              <a:rPr lang="en-US" sz="2900" b="1" dirty="0">
                <a:latin typeface="Rockwell" panose="02060603020205020403" pitchFamily="18" charset="0"/>
              </a:rPr>
              <a:t>, </a:t>
            </a:r>
            <a:r>
              <a:rPr lang="en-US" sz="2900" dirty="0">
                <a:latin typeface="Rockwell" panose="02060603020205020403" pitchFamily="18" charset="0"/>
              </a:rPr>
              <a:t>labeled Input 1, to represent switch A and in parallel with it  </a:t>
            </a:r>
            <a:r>
              <a:rPr lang="en-US" sz="2900" b="1" dirty="0">
                <a:latin typeface="Rockwell" panose="02060603020205020403" pitchFamily="18" charset="0"/>
                <a:sym typeface="Symbol"/>
              </a:rPr>
              <a:t></a:t>
            </a:r>
            <a:r>
              <a:rPr lang="en-US" sz="2900" b="1" dirty="0">
                <a:latin typeface="Rockwell" panose="02060603020205020403" pitchFamily="18" charset="0"/>
              </a:rPr>
              <a:t>, </a:t>
            </a:r>
            <a:r>
              <a:rPr lang="en-US" sz="2900" dirty="0">
                <a:latin typeface="Rockwell" panose="02060603020205020403" pitchFamily="18" charset="0"/>
              </a:rPr>
              <a:t>labeled Input 2, to represent switch B. The line then terminates with </a:t>
            </a:r>
            <a:r>
              <a:rPr lang="en-US" sz="2900" b="1" dirty="0">
                <a:latin typeface="Rockwell" panose="02060603020205020403" pitchFamily="18" charset="0"/>
                <a:sym typeface="Symbol"/>
              </a:rPr>
              <a:t></a:t>
            </a:r>
            <a:r>
              <a:rPr lang="en-US" sz="2900" dirty="0">
                <a:latin typeface="Rockwell" panose="02060603020205020403" pitchFamily="18" charset="0"/>
              </a:rPr>
              <a:t> to present the output. Figure 1.3(b) shows the line.</a:t>
            </a:r>
          </a:p>
          <a:p>
            <a:pPr algn="just"/>
            <a:endParaRPr lang="en-US" sz="2300" dirty="0">
              <a:latin typeface="Rockwell" panose="02060603020205020403" pitchFamily="18" charset="0"/>
            </a:endParaRPr>
          </a:p>
        </p:txBody>
      </p:sp>
      <p:sp>
        <p:nvSpPr>
          <p:cNvPr id="6" name="Slide Number Placeholder 5"/>
          <p:cNvSpPr>
            <a:spLocks noGrp="1"/>
          </p:cNvSpPr>
          <p:nvPr>
            <p:ph type="sldNum" sz="quarter" idx="11"/>
          </p:nvPr>
        </p:nvSpPr>
        <p:spPr/>
        <p:txBody>
          <a:bodyPr/>
          <a:lstStyle/>
          <a:p>
            <a:fld id="{97BB9E5F-E5FF-457C-9EF3-0E0EE116FA91}" type="slidenum">
              <a:rPr lang="en-US" smtClean="0"/>
              <a:pPr/>
              <a:t>18</a:t>
            </a:fld>
            <a:endParaRPr lang="en-US"/>
          </a:p>
        </p:txBody>
      </p:sp>
      <p:pic>
        <p:nvPicPr>
          <p:cNvPr id="43010" name="Picture 2"/>
          <p:cNvPicPr>
            <a:picLocks noChangeAspect="1" noChangeArrowheads="1"/>
          </p:cNvPicPr>
          <p:nvPr/>
        </p:nvPicPr>
        <p:blipFill>
          <a:blip r:embed="rId3"/>
          <a:srcRect/>
          <a:stretch>
            <a:fillRect/>
          </a:stretch>
        </p:blipFill>
        <p:spPr bwMode="auto">
          <a:xfrm>
            <a:off x="5410200" y="2438401"/>
            <a:ext cx="3581400" cy="1384476"/>
          </a:xfrm>
          <a:prstGeom prst="rect">
            <a:avLst/>
          </a:prstGeom>
          <a:noFill/>
          <a:ln w="9525">
            <a:solidFill>
              <a:schemeClr val="tx2">
                <a:lumMod val="65000"/>
                <a:lumOff val="35000"/>
              </a:schemeClr>
            </a:solidFill>
            <a:miter lim="800000"/>
            <a:headEnd/>
            <a:tailEnd/>
          </a:ln>
        </p:spPr>
      </p:pic>
      <p:sp>
        <p:nvSpPr>
          <p:cNvPr id="9" name="Rectangle 8"/>
          <p:cNvSpPr/>
          <p:nvPr/>
        </p:nvSpPr>
        <p:spPr>
          <a:xfrm>
            <a:off x="5410200" y="4191000"/>
            <a:ext cx="2698239" cy="369332"/>
          </a:xfrm>
          <a:prstGeom prst="rect">
            <a:avLst/>
          </a:prstGeom>
        </p:spPr>
        <p:txBody>
          <a:bodyPr wrap="none">
            <a:spAutoFit/>
          </a:bodyPr>
          <a:lstStyle/>
          <a:p>
            <a:r>
              <a:rPr lang="en-US" b="1" dirty="0"/>
              <a:t>Fig. 1.3</a:t>
            </a:r>
            <a:r>
              <a:rPr lang="en-US" dirty="0"/>
              <a:t> An OR systems </a:t>
            </a:r>
          </a:p>
        </p:txBody>
      </p:sp>
      <p:sp>
        <p:nvSpPr>
          <p:cNvPr id="7" name="Title 1">
            <a:extLst>
              <a:ext uri="{FF2B5EF4-FFF2-40B4-BE49-F238E27FC236}">
                <a16:creationId xmlns:a16="http://schemas.microsoft.com/office/drawing/2014/main" id="{E80D0DCC-EA93-4E7C-AD96-3AF7515AB39E}"/>
              </a:ext>
            </a:extLst>
          </p:cNvPr>
          <p:cNvSpPr txBox="1">
            <a:spLocks/>
          </p:cNvSpPr>
          <p:nvPr/>
        </p:nvSpPr>
        <p:spPr bwMode="auto">
          <a:xfrm>
            <a:off x="3810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228600" y="861218"/>
            <a:ext cx="4191000" cy="5135563"/>
          </a:xfrm>
          <a:ln>
            <a:solidFill>
              <a:schemeClr val="tx2">
                <a:lumMod val="65000"/>
                <a:lumOff val="35000"/>
              </a:schemeClr>
            </a:solidFill>
          </a:ln>
        </p:spPr>
        <p:txBody>
          <a:bodyPr>
            <a:normAutofit/>
          </a:bodyPr>
          <a:lstStyle/>
          <a:p>
            <a:pPr lvl="0" algn="just">
              <a:buNone/>
            </a:pPr>
            <a:r>
              <a:rPr lang="en-US" sz="2300" b="1" dirty="0">
                <a:latin typeface="Rockwell" panose="02060603020205020403" pitchFamily="18" charset="0"/>
              </a:rPr>
              <a:t>NOR Logic Condition</a:t>
            </a:r>
          </a:p>
          <a:p>
            <a:pPr lvl="0" algn="just">
              <a:buNone/>
            </a:pPr>
            <a:r>
              <a:rPr lang="en-US" sz="2300" dirty="0">
                <a:latin typeface="Rockwell" panose="02060603020205020403" pitchFamily="18" charset="0"/>
              </a:rPr>
              <a:t>Figure 1.4 Illustrate:</a:t>
            </a:r>
          </a:p>
          <a:p>
            <a:pPr algn="just"/>
            <a:r>
              <a:rPr lang="en-US" sz="2400" dirty="0">
                <a:latin typeface="Rockwell" panose="02060603020205020403" pitchFamily="18" charset="0"/>
              </a:rPr>
              <a:t>The output </a:t>
            </a:r>
            <a:r>
              <a:rPr lang="en-US" sz="2400" b="1" dirty="0">
                <a:latin typeface="Rockwell" panose="02060603020205020403" pitchFamily="18" charset="0"/>
              </a:rPr>
              <a:t>is energized only when neither Switch A nor Switch B is activated</a:t>
            </a:r>
          </a:p>
          <a:p>
            <a:pPr marL="685800" lvl="2" indent="0" algn="just">
              <a:buNone/>
            </a:pPr>
            <a:r>
              <a:rPr lang="en-US" sz="1700" dirty="0">
                <a:latin typeface="Rockwell" panose="02060603020205020403" pitchFamily="18" charset="0"/>
              </a:rPr>
              <a:t>NOT (A OR B) → Output is on only when both A and B are off.</a:t>
            </a:r>
          </a:p>
          <a:p>
            <a:pPr algn="just"/>
            <a:r>
              <a:rPr lang="en-US" sz="2300" dirty="0">
                <a:latin typeface="Rockwell" panose="02060603020205020403" pitchFamily="18" charset="0"/>
              </a:rPr>
              <a:t>The ladder program shows Input 1 in parallel with Input 2, with both being represented by normally closed contacts.</a:t>
            </a:r>
          </a:p>
          <a:p>
            <a:pPr algn="just"/>
            <a:endParaRPr lang="en-US" sz="2300" dirty="0">
              <a:latin typeface="Rockwell" panose="02060603020205020403" pitchFamily="18" charset="0"/>
            </a:endParaRPr>
          </a:p>
        </p:txBody>
      </p:sp>
      <p:sp>
        <p:nvSpPr>
          <p:cNvPr id="8" name="Slide Number Placeholder 7"/>
          <p:cNvSpPr>
            <a:spLocks noGrp="1"/>
          </p:cNvSpPr>
          <p:nvPr>
            <p:ph type="sldNum" sz="quarter" idx="11"/>
          </p:nvPr>
        </p:nvSpPr>
        <p:spPr/>
        <p:txBody>
          <a:bodyPr/>
          <a:lstStyle/>
          <a:p>
            <a:fld id="{97BB9E5F-E5FF-457C-9EF3-0E0EE116FA91}" type="slidenum">
              <a:rPr lang="en-US" smtClean="0"/>
              <a:pPr/>
              <a:t>19</a:t>
            </a:fld>
            <a:endParaRPr lang="en-US"/>
          </a:p>
        </p:txBody>
      </p:sp>
      <p:pic>
        <p:nvPicPr>
          <p:cNvPr id="44034" name="Picture 2"/>
          <p:cNvPicPr>
            <a:picLocks noChangeAspect="1" noChangeArrowheads="1"/>
          </p:cNvPicPr>
          <p:nvPr/>
        </p:nvPicPr>
        <p:blipFill>
          <a:blip r:embed="rId3"/>
          <a:srcRect/>
          <a:stretch>
            <a:fillRect/>
          </a:stretch>
        </p:blipFill>
        <p:spPr bwMode="auto">
          <a:xfrm>
            <a:off x="5064915" y="1480066"/>
            <a:ext cx="3272274" cy="2514600"/>
          </a:xfrm>
          <a:prstGeom prst="rect">
            <a:avLst/>
          </a:prstGeom>
          <a:noFill/>
          <a:ln w="9525">
            <a:solidFill>
              <a:schemeClr val="tx2">
                <a:lumMod val="65000"/>
                <a:lumOff val="35000"/>
              </a:schemeClr>
            </a:solidFill>
            <a:miter lim="800000"/>
            <a:headEnd/>
            <a:tailEnd/>
          </a:ln>
        </p:spPr>
      </p:pic>
      <p:sp>
        <p:nvSpPr>
          <p:cNvPr id="7" name="Rectangle 6"/>
          <p:cNvSpPr/>
          <p:nvPr/>
        </p:nvSpPr>
        <p:spPr>
          <a:xfrm>
            <a:off x="5105400" y="4648200"/>
            <a:ext cx="2634119" cy="369332"/>
          </a:xfrm>
          <a:prstGeom prst="rect">
            <a:avLst/>
          </a:prstGeom>
        </p:spPr>
        <p:txBody>
          <a:bodyPr wrap="none">
            <a:spAutoFit/>
          </a:bodyPr>
          <a:lstStyle/>
          <a:p>
            <a:r>
              <a:rPr lang="en-US" b="1" dirty="0"/>
              <a:t>Fig. 1.4: </a:t>
            </a:r>
            <a:r>
              <a:rPr lang="en-US" dirty="0"/>
              <a:t>A NOR system</a:t>
            </a:r>
          </a:p>
        </p:txBody>
      </p:sp>
      <p:sp>
        <p:nvSpPr>
          <p:cNvPr id="9" name="Title 1">
            <a:extLst>
              <a:ext uri="{FF2B5EF4-FFF2-40B4-BE49-F238E27FC236}">
                <a16:creationId xmlns:a16="http://schemas.microsoft.com/office/drawing/2014/main" id="{94C4BEE6-693C-401E-8CBD-19B1C172A9B2}"/>
              </a:ext>
            </a:extLst>
          </p:cNvPr>
          <p:cNvSpPr txBox="1">
            <a:spLocks/>
          </p:cNvSpPr>
          <p:nvPr/>
        </p:nvSpPr>
        <p:spPr bwMode="auto">
          <a:xfrm>
            <a:off x="3810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1"/>
          </p:nvPr>
        </p:nvSpPr>
        <p:spPr>
          <a:ln>
            <a:solidFill>
              <a:schemeClr val="tx2">
                <a:lumMod val="65000"/>
                <a:lumOff val="35000"/>
              </a:schemeClr>
            </a:solidFill>
          </a:ln>
        </p:spPr>
        <p:txBody>
          <a:bodyPr/>
          <a:lstStyle/>
          <a:p>
            <a:pPr lvl="0" algn="just">
              <a:buNone/>
            </a:pPr>
            <a:r>
              <a:rPr lang="en-US" sz="2400" b="1" dirty="0">
                <a:latin typeface="Rockwell" panose="02060603020205020403" pitchFamily="18" charset="0"/>
              </a:rPr>
              <a:t>NAND</a:t>
            </a:r>
            <a:endParaRPr lang="en-US" sz="2400" dirty="0">
              <a:latin typeface="Rockwell" panose="02060603020205020403" pitchFamily="18" charset="0"/>
            </a:endParaRPr>
          </a:p>
          <a:p>
            <a:pPr algn="just"/>
            <a:r>
              <a:rPr lang="en-US" sz="2400" dirty="0">
                <a:latin typeface="Rockwell" panose="02060603020205020403" pitchFamily="18" charset="0"/>
              </a:rPr>
              <a:t>Figure 1.5 shows a NAND gate. There is no output when both A and B have an input. Thus for the ladder program line to obtain an output we require no inputs to Input 1 and to Input 2.</a:t>
            </a:r>
          </a:p>
          <a:p>
            <a:pPr algn="just"/>
            <a:endParaRPr lang="en-US" sz="2400" dirty="0">
              <a:latin typeface="Rockwell" panose="02060603020205020403" pitchFamily="18" charset="0"/>
            </a:endParaRPr>
          </a:p>
        </p:txBody>
      </p:sp>
      <p:sp>
        <p:nvSpPr>
          <p:cNvPr id="8" name="Slide Number Placeholder 7"/>
          <p:cNvSpPr>
            <a:spLocks noGrp="1"/>
          </p:cNvSpPr>
          <p:nvPr>
            <p:ph type="sldNum" sz="quarter" idx="11"/>
          </p:nvPr>
        </p:nvSpPr>
        <p:spPr/>
        <p:txBody>
          <a:bodyPr/>
          <a:lstStyle/>
          <a:p>
            <a:fld id="{97BB9E5F-E5FF-457C-9EF3-0E0EE116FA91}" type="slidenum">
              <a:rPr lang="en-US" smtClean="0"/>
              <a:pPr/>
              <a:t>20</a:t>
            </a:fld>
            <a:endParaRPr lang="en-US"/>
          </a:p>
        </p:txBody>
      </p:sp>
      <p:pic>
        <p:nvPicPr>
          <p:cNvPr id="45058" name="Picture 2"/>
          <p:cNvPicPr>
            <a:picLocks noChangeAspect="1" noChangeArrowheads="1"/>
          </p:cNvPicPr>
          <p:nvPr/>
        </p:nvPicPr>
        <p:blipFill>
          <a:blip r:embed="rId3"/>
          <a:srcRect/>
          <a:stretch>
            <a:fillRect/>
          </a:stretch>
        </p:blipFill>
        <p:spPr bwMode="auto">
          <a:xfrm>
            <a:off x="5029200" y="1143000"/>
            <a:ext cx="3429000" cy="4050196"/>
          </a:xfrm>
          <a:prstGeom prst="rect">
            <a:avLst/>
          </a:prstGeom>
          <a:noFill/>
          <a:ln w="9525">
            <a:solidFill>
              <a:schemeClr val="tx2">
                <a:lumMod val="65000"/>
                <a:lumOff val="35000"/>
              </a:schemeClr>
            </a:solidFill>
            <a:miter lim="800000"/>
            <a:headEnd/>
            <a:tailEnd/>
          </a:ln>
        </p:spPr>
      </p:pic>
      <p:sp>
        <p:nvSpPr>
          <p:cNvPr id="6" name="Rectangle 5"/>
          <p:cNvSpPr/>
          <p:nvPr/>
        </p:nvSpPr>
        <p:spPr>
          <a:xfrm>
            <a:off x="5029200" y="5334000"/>
            <a:ext cx="2379049" cy="369332"/>
          </a:xfrm>
          <a:prstGeom prst="rect">
            <a:avLst/>
          </a:prstGeom>
        </p:spPr>
        <p:txBody>
          <a:bodyPr wrap="none">
            <a:spAutoFit/>
          </a:bodyPr>
          <a:lstStyle/>
          <a:p>
            <a:r>
              <a:rPr lang="en-US" b="1" dirty="0"/>
              <a:t>Fig. 1.5</a:t>
            </a:r>
            <a:r>
              <a:rPr lang="en-US" dirty="0"/>
              <a:t> A NAND system</a:t>
            </a:r>
          </a:p>
        </p:txBody>
      </p:sp>
      <p:sp>
        <p:nvSpPr>
          <p:cNvPr id="9" name="Title 1">
            <a:extLst>
              <a:ext uri="{FF2B5EF4-FFF2-40B4-BE49-F238E27FC236}">
                <a16:creationId xmlns:a16="http://schemas.microsoft.com/office/drawing/2014/main" id="{3266962B-D7DB-4ED6-9F49-2450151C505D}"/>
              </a:ext>
            </a:extLst>
          </p:cNvPr>
          <p:cNvSpPr txBox="1">
            <a:spLocks/>
          </p:cNvSpPr>
          <p:nvPr/>
        </p:nvSpPr>
        <p:spPr bwMode="auto">
          <a:xfrm>
            <a:off x="3810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304799" y="990600"/>
            <a:ext cx="4983149" cy="5730876"/>
          </a:xfrm>
          <a:ln>
            <a:solidFill>
              <a:schemeClr val="tx2">
                <a:lumMod val="65000"/>
                <a:lumOff val="35000"/>
              </a:schemeClr>
            </a:solidFill>
          </a:ln>
        </p:spPr>
        <p:txBody>
          <a:bodyPr>
            <a:normAutofit/>
          </a:bodyPr>
          <a:lstStyle/>
          <a:p>
            <a:pPr lvl="0" algn="just">
              <a:buNone/>
            </a:pPr>
            <a:r>
              <a:rPr lang="en-US" sz="2400" b="1" dirty="0">
                <a:latin typeface="Rockwell" panose="02060603020205020403" pitchFamily="18" charset="0"/>
              </a:rPr>
              <a:t>EXCLUSIVE-OR (XOR)</a:t>
            </a:r>
            <a:endParaRPr lang="en-US" sz="2400" dirty="0">
              <a:latin typeface="Rockwell" panose="02060603020205020403" pitchFamily="18" charset="0"/>
            </a:endParaRPr>
          </a:p>
          <a:p>
            <a:pPr algn="just"/>
            <a:r>
              <a:rPr lang="en-US" sz="1600" dirty="0">
                <a:latin typeface="Rockwell" panose="02060603020205020403" pitchFamily="18" charset="0"/>
              </a:rPr>
              <a:t>Figure 1.6 shows how we can draw the ladder program line for an XOR gate, there being no output when there is no input to Input 1 and Input 2 and when there is an input to both Input 1 and Input 2.  Note that we have represented each input by two sets of contacts, one normally open and one normally closed.</a:t>
            </a:r>
          </a:p>
          <a:p>
            <a:pPr marL="0" indent="0">
              <a:buNone/>
            </a:pPr>
            <a:r>
              <a:rPr lang="en-US" b="1" dirty="0">
                <a:solidFill>
                  <a:srgbClr val="0000FF"/>
                </a:solidFill>
                <a:highlight>
                  <a:srgbClr val="FFFF00"/>
                </a:highlight>
              </a:rPr>
              <a:t>Explanation</a:t>
            </a:r>
          </a:p>
          <a:p>
            <a:pPr algn="just"/>
            <a:r>
              <a:rPr lang="en-US" dirty="0">
                <a:latin typeface="Rockwell" panose="02060603020205020403" pitchFamily="18" charset="0"/>
              </a:rPr>
              <a:t>If both inputs are OFF: Both branches are open (no current), output is OFF.</a:t>
            </a:r>
          </a:p>
          <a:p>
            <a:pPr algn="just"/>
            <a:r>
              <a:rPr lang="en-US" dirty="0">
                <a:latin typeface="Rockwell" panose="02060603020205020403" pitchFamily="18" charset="0"/>
              </a:rPr>
              <a:t>If Input 1 ON, Input 2 OFF: First branch is closed, output is ON.</a:t>
            </a:r>
          </a:p>
          <a:p>
            <a:pPr algn="just"/>
            <a:r>
              <a:rPr lang="en-US" dirty="0">
                <a:latin typeface="Rockwell" panose="02060603020205020403" pitchFamily="18" charset="0"/>
              </a:rPr>
              <a:t>If Input 1 OFF, Input 2 ON: Second branch is closed, output is ON.</a:t>
            </a:r>
          </a:p>
          <a:p>
            <a:pPr algn="just"/>
            <a:r>
              <a:rPr lang="en-US" dirty="0">
                <a:latin typeface="Rockwell" panose="02060603020205020403" pitchFamily="18" charset="0"/>
              </a:rPr>
              <a:t>If both inputs are ON: Both branches are open (NC contacts break the circuit), output is OFF.</a:t>
            </a:r>
          </a:p>
          <a:p>
            <a:pPr algn="just"/>
            <a:endParaRPr lang="en-US" sz="2400" dirty="0">
              <a:latin typeface="Rockwell" panose="02060603020205020403" pitchFamily="18" charset="0"/>
            </a:endParaRPr>
          </a:p>
        </p:txBody>
      </p:sp>
      <p:sp>
        <p:nvSpPr>
          <p:cNvPr id="4" name="Content Placeholder 3"/>
          <p:cNvSpPr>
            <a:spLocks noGrp="1"/>
          </p:cNvSpPr>
          <p:nvPr>
            <p:ph sz="half" idx="2"/>
          </p:nvPr>
        </p:nvSpPr>
        <p:spPr/>
        <p:txBody>
          <a:bodyPr/>
          <a:lstStyle/>
          <a:p>
            <a:endParaRPr lang="en-US" dirty="0"/>
          </a:p>
          <a:p>
            <a:endParaRPr lang="en-US" dirty="0"/>
          </a:p>
          <a:p>
            <a:endParaRPr lang="en-US" dirty="0"/>
          </a:p>
          <a:p>
            <a:endParaRPr lang="en-US" dirty="0"/>
          </a:p>
          <a:p>
            <a:endParaRPr lang="en-US" dirty="0"/>
          </a:p>
          <a:p>
            <a:pPr>
              <a:buNone/>
            </a:pPr>
            <a:r>
              <a:rPr lang="en-US" sz="2000" dirty="0"/>
              <a:t>    </a:t>
            </a:r>
          </a:p>
          <a:p>
            <a:pPr>
              <a:buNone/>
            </a:pPr>
            <a:r>
              <a:rPr lang="en-US" sz="2000" dirty="0"/>
              <a:t>        </a:t>
            </a:r>
          </a:p>
          <a:p>
            <a:pPr>
              <a:buNone/>
            </a:pPr>
            <a:r>
              <a:rPr lang="en-US" sz="2000" dirty="0"/>
              <a:t>                   Fig 1.6: an XOR system</a:t>
            </a:r>
          </a:p>
        </p:txBody>
      </p:sp>
      <p:sp>
        <p:nvSpPr>
          <p:cNvPr id="7" name="Slide Number Placeholder 6"/>
          <p:cNvSpPr>
            <a:spLocks noGrp="1"/>
          </p:cNvSpPr>
          <p:nvPr>
            <p:ph type="sldNum" sz="quarter" idx="11"/>
          </p:nvPr>
        </p:nvSpPr>
        <p:spPr/>
        <p:txBody>
          <a:bodyPr/>
          <a:lstStyle/>
          <a:p>
            <a:fld id="{97BB9E5F-E5FF-457C-9EF3-0E0EE116FA91}" type="slidenum">
              <a:rPr lang="en-US" smtClean="0"/>
              <a:pPr/>
              <a:t>21</a:t>
            </a:fld>
            <a:endParaRPr lang="en-US"/>
          </a:p>
        </p:txBody>
      </p:sp>
      <p:pic>
        <p:nvPicPr>
          <p:cNvPr id="46082" name="Picture 2"/>
          <p:cNvPicPr>
            <a:picLocks noChangeAspect="1" noChangeArrowheads="1"/>
          </p:cNvPicPr>
          <p:nvPr/>
        </p:nvPicPr>
        <p:blipFill>
          <a:blip r:embed="rId3" cstate="print"/>
          <a:srcRect/>
          <a:stretch>
            <a:fillRect/>
          </a:stretch>
        </p:blipFill>
        <p:spPr bwMode="auto">
          <a:xfrm>
            <a:off x="5287949" y="1119981"/>
            <a:ext cx="3779851" cy="2438400"/>
          </a:xfrm>
          <a:prstGeom prst="rect">
            <a:avLst/>
          </a:prstGeom>
          <a:noFill/>
          <a:ln w="9525">
            <a:solidFill>
              <a:schemeClr val="tx2">
                <a:lumMod val="65000"/>
                <a:lumOff val="35000"/>
              </a:schemeClr>
            </a:solidFill>
            <a:miter lim="800000"/>
            <a:headEnd/>
            <a:tailEnd/>
          </a:ln>
        </p:spPr>
      </p:pic>
      <p:sp>
        <p:nvSpPr>
          <p:cNvPr id="8" name="Title 1">
            <a:extLst>
              <a:ext uri="{FF2B5EF4-FFF2-40B4-BE49-F238E27FC236}">
                <a16:creationId xmlns:a16="http://schemas.microsoft.com/office/drawing/2014/main" id="{7E161840-C4A9-43E1-B289-0356A04F50D1}"/>
              </a:ext>
            </a:extLst>
          </p:cNvPr>
          <p:cNvSpPr txBox="1">
            <a:spLocks/>
          </p:cNvSpPr>
          <p:nvPr/>
        </p:nvSpPr>
        <p:spPr bwMode="auto">
          <a:xfrm>
            <a:off x="3810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768E444-E197-4895-B5DE-F5699703553D}"/>
                  </a:ext>
                </a:extLst>
              </p14:cNvPr>
              <p14:cNvContentPartPr/>
              <p14:nvPr/>
            </p14:nvContentPartPr>
            <p14:xfrm>
              <a:off x="3195360" y="5464080"/>
              <a:ext cx="360" cy="360"/>
            </p14:xfrm>
          </p:contentPart>
        </mc:Choice>
        <mc:Fallback xmlns="">
          <p:pic>
            <p:nvPicPr>
              <p:cNvPr id="2" name="Ink 1">
                <a:extLst>
                  <a:ext uri="{FF2B5EF4-FFF2-40B4-BE49-F238E27FC236}">
                    <a16:creationId xmlns:a16="http://schemas.microsoft.com/office/drawing/2014/main" id="{B768E444-E197-4895-B5DE-F5699703553D}"/>
                  </a:ext>
                </a:extLst>
              </p:cNvPr>
              <p:cNvPicPr/>
              <p:nvPr/>
            </p:nvPicPr>
            <p:blipFill>
              <a:blip r:embed="rId7"/>
              <a:stretch>
                <a:fillRect/>
              </a:stretch>
            </p:blipFill>
            <p:spPr>
              <a:xfrm>
                <a:off x="3186000" y="5454720"/>
                <a:ext cx="19080" cy="1908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304800" y="838200"/>
            <a:ext cx="8534400" cy="5135563"/>
          </a:xfrm>
        </p:spPr>
        <p:txBody>
          <a:bodyPr/>
          <a:lstStyle/>
          <a:p>
            <a:pPr lvl="0" algn="just"/>
            <a:r>
              <a:rPr lang="en-US" sz="2800" dirty="0">
                <a:latin typeface="Rockwell" panose="02060603020205020403" pitchFamily="18" charset="0"/>
              </a:rPr>
              <a:t>Each horizontal rung on the ladder in a ladder program represents a line in the program and entire ladder gives the complete program in ‘ladder language’.</a:t>
            </a:r>
          </a:p>
          <a:p>
            <a:pPr lvl="0" algn="just"/>
            <a:r>
              <a:rPr lang="en-US" sz="2800" dirty="0">
                <a:latin typeface="Rockwell" panose="02060603020205020403" pitchFamily="18" charset="0"/>
              </a:rPr>
              <a:t>The programmer can enter the program into the PLC using a keyboard with the graphic symbols for the ladder elements, or using a computer screen and mouse to select symbols, and the program panel or computer then translates these symbols into machine language that can be stored in the PLC memory.</a:t>
            </a:r>
          </a:p>
          <a:p>
            <a:endParaRPr lang="en-US" sz="2800" dirty="0">
              <a:latin typeface="Rockwell" panose="02060603020205020403" pitchFamily="18" charset="0"/>
            </a:endParaRPr>
          </a:p>
        </p:txBody>
      </p:sp>
      <p:sp>
        <p:nvSpPr>
          <p:cNvPr id="4" name="Slide Number Placeholder 3"/>
          <p:cNvSpPr>
            <a:spLocks noGrp="1"/>
          </p:cNvSpPr>
          <p:nvPr>
            <p:ph type="sldNum" sz="quarter" idx="12"/>
          </p:nvPr>
        </p:nvSpPr>
        <p:spPr/>
        <p:txBody>
          <a:bodyPr/>
          <a:lstStyle/>
          <a:p>
            <a:fld id="{97BB9E5F-E5FF-457C-9EF3-0E0EE116FA91}" type="slidenum">
              <a:rPr lang="en-US" smtClean="0"/>
              <a:pPr/>
              <a:t>22</a:t>
            </a:fld>
            <a:endParaRPr lang="en-US"/>
          </a:p>
        </p:txBody>
      </p:sp>
      <p:sp>
        <p:nvSpPr>
          <p:cNvPr id="5" name="Title 1">
            <a:extLst>
              <a:ext uri="{FF2B5EF4-FFF2-40B4-BE49-F238E27FC236}">
                <a16:creationId xmlns:a16="http://schemas.microsoft.com/office/drawing/2014/main" id="{3CD6A32C-5DB0-478A-8C1A-0E105BEA589A}"/>
              </a:ext>
            </a:extLst>
          </p:cNvPr>
          <p:cNvSpPr txBox="1">
            <a:spLocks/>
          </p:cNvSpPr>
          <p:nvPr/>
        </p:nvSpPr>
        <p:spPr bwMode="auto">
          <a:xfrm>
            <a:off x="3810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066800"/>
            <a:ext cx="7886700" cy="5562600"/>
          </a:xfrm>
        </p:spPr>
        <p:txBody>
          <a:bodyPr>
            <a:normAutofit/>
          </a:bodyPr>
          <a:lstStyle/>
          <a:p>
            <a:pPr algn="just">
              <a:buNone/>
            </a:pPr>
            <a:r>
              <a:rPr lang="en-US" sz="2800" b="1" dirty="0">
                <a:latin typeface="Rockwell" panose="02060603020205020403" pitchFamily="18" charset="0"/>
              </a:rPr>
              <a:t>Mnemonics</a:t>
            </a:r>
            <a:endParaRPr lang="en-US" sz="2800" dirty="0">
              <a:latin typeface="Rockwell" panose="02060603020205020403" pitchFamily="18" charset="0"/>
            </a:endParaRPr>
          </a:p>
          <a:p>
            <a:pPr algn="just"/>
            <a:r>
              <a:rPr lang="en-US" sz="2800" dirty="0">
                <a:latin typeface="Rockwell" panose="02060603020205020403" pitchFamily="18" charset="0"/>
              </a:rPr>
              <a:t>There is an alternative way of entering a program and that is to translate the ladder program into </a:t>
            </a:r>
            <a:r>
              <a:rPr lang="en-US" sz="2800" b="1" dirty="0">
                <a:latin typeface="Rockwell" panose="02060603020205020403" pitchFamily="18" charset="0"/>
              </a:rPr>
              <a:t>mnemonics</a:t>
            </a:r>
            <a:r>
              <a:rPr lang="en-US" sz="2800" dirty="0">
                <a:latin typeface="Rockwell" panose="02060603020205020403" pitchFamily="18" charset="0"/>
              </a:rPr>
              <a:t>, each code corresponding to a ladder element, and then enter these into the programming panel or computer. These are then translated into machine language. The mnemonics used by different PLC manufactures differ.</a:t>
            </a:r>
          </a:p>
        </p:txBody>
      </p:sp>
      <p:sp>
        <p:nvSpPr>
          <p:cNvPr id="5" name="Slide Number Placeholder 4"/>
          <p:cNvSpPr>
            <a:spLocks noGrp="1"/>
          </p:cNvSpPr>
          <p:nvPr>
            <p:ph type="sldNum" sz="quarter" idx="12"/>
          </p:nvPr>
        </p:nvSpPr>
        <p:spPr/>
        <p:txBody>
          <a:bodyPr/>
          <a:lstStyle/>
          <a:p>
            <a:fld id="{97BB9E5F-E5FF-457C-9EF3-0E0EE116FA91}" type="slidenum">
              <a:rPr lang="en-US" smtClean="0"/>
              <a:pPr/>
              <a:t>23</a:t>
            </a:fld>
            <a:endParaRPr lang="en-US"/>
          </a:p>
        </p:txBody>
      </p:sp>
      <p:sp>
        <p:nvSpPr>
          <p:cNvPr id="6" name="Title 1">
            <a:extLst>
              <a:ext uri="{FF2B5EF4-FFF2-40B4-BE49-F238E27FC236}">
                <a16:creationId xmlns:a16="http://schemas.microsoft.com/office/drawing/2014/main" id="{FF40AE2C-D4FB-48D5-95AB-508EE585DF6D}"/>
              </a:ext>
            </a:extLst>
          </p:cNvPr>
          <p:cNvSpPr txBox="1">
            <a:spLocks/>
          </p:cNvSpPr>
          <p:nvPr/>
        </p:nvSpPr>
        <p:spPr bwMode="auto">
          <a:xfrm>
            <a:off x="381000" y="381000"/>
            <a:ext cx="78867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62000"/>
            <a:ext cx="8686800" cy="5638800"/>
          </a:xfrm>
        </p:spPr>
        <p:txBody>
          <a:bodyPr/>
          <a:lstStyle/>
          <a:p>
            <a:r>
              <a:rPr lang="en-US" sz="2600" i="1" u="sng" dirty="0">
                <a:latin typeface="Rockwell" panose="02060603020205020403" pitchFamily="18" charset="0"/>
              </a:rPr>
              <a:t>For the Mitsubishi F series PLCs, mnemonics used are:</a:t>
            </a:r>
          </a:p>
          <a:p>
            <a:pPr>
              <a:buNone/>
            </a:pPr>
            <a:r>
              <a:rPr lang="en-US" sz="2600" dirty="0">
                <a:latin typeface="Rockwell" panose="02060603020205020403" pitchFamily="18" charset="0"/>
              </a:rPr>
              <a:t>	LD              	Start a rung with an open contact.</a:t>
            </a:r>
          </a:p>
          <a:p>
            <a:pPr>
              <a:buNone/>
            </a:pPr>
            <a:r>
              <a:rPr lang="en-US" sz="2600" dirty="0">
                <a:latin typeface="Rockwell" panose="02060603020205020403" pitchFamily="18" charset="0"/>
              </a:rPr>
              <a:t>	OUT            	An output.</a:t>
            </a:r>
          </a:p>
          <a:p>
            <a:pPr>
              <a:buNone/>
            </a:pPr>
            <a:r>
              <a:rPr lang="en-US" sz="2600" dirty="0">
                <a:latin typeface="Rockwell" panose="02060603020205020403" pitchFamily="18" charset="0"/>
              </a:rPr>
              <a:t>	AND           	A series element and so an AND logic     			        instruction.</a:t>
            </a:r>
          </a:p>
          <a:p>
            <a:pPr>
              <a:buNone/>
            </a:pPr>
            <a:r>
              <a:rPr lang="en-US" sz="2600" dirty="0">
                <a:latin typeface="Rockwell" panose="02060603020205020403" pitchFamily="18" charset="0"/>
              </a:rPr>
              <a:t>	OR              	Parallel elements and so an OR logic      			    	instruction.</a:t>
            </a:r>
          </a:p>
          <a:p>
            <a:pPr>
              <a:buNone/>
            </a:pPr>
            <a:r>
              <a:rPr lang="en-US" sz="2600" dirty="0">
                <a:latin typeface="Rockwell" panose="02060603020205020403" pitchFamily="18" charset="0"/>
              </a:rPr>
              <a:t>	I                   	A NOT logic instruction</a:t>
            </a:r>
          </a:p>
          <a:p>
            <a:pPr>
              <a:buNone/>
            </a:pPr>
            <a:r>
              <a:rPr lang="en-US" sz="2600" dirty="0">
                <a:latin typeface="Rockwell" panose="02060603020205020403" pitchFamily="18" charset="0"/>
              </a:rPr>
              <a:t>	…I               	Used in conjunction with other instruction 		   	to indicate the inverse.</a:t>
            </a:r>
          </a:p>
          <a:p>
            <a:pPr>
              <a:buNone/>
            </a:pPr>
            <a:r>
              <a:rPr lang="en-US" sz="2600" dirty="0">
                <a:latin typeface="Rockwell" panose="02060603020205020403" pitchFamily="18" charset="0"/>
              </a:rPr>
              <a:t>	ORI              	An OR NOT logic function.</a:t>
            </a:r>
          </a:p>
          <a:p>
            <a:pPr>
              <a:buNone/>
            </a:pPr>
            <a:r>
              <a:rPr lang="en-US" sz="2600" dirty="0">
                <a:latin typeface="Rockwell" panose="02060603020205020403" pitchFamily="18" charset="0"/>
              </a:rPr>
              <a:t>	ANI              	An AND NOT logic function.</a:t>
            </a:r>
          </a:p>
          <a:p>
            <a:endParaRPr lang="en-US" sz="2600" dirty="0"/>
          </a:p>
        </p:txBody>
      </p:sp>
      <p:sp>
        <p:nvSpPr>
          <p:cNvPr id="5" name="Slide Number Placeholder 4"/>
          <p:cNvSpPr>
            <a:spLocks noGrp="1"/>
          </p:cNvSpPr>
          <p:nvPr>
            <p:ph type="sldNum" sz="quarter" idx="12"/>
          </p:nvPr>
        </p:nvSpPr>
        <p:spPr/>
        <p:txBody>
          <a:bodyPr/>
          <a:lstStyle/>
          <a:p>
            <a:fld id="{97BB9E5F-E5FF-457C-9EF3-0E0EE116FA91}" type="slidenum">
              <a:rPr lang="en-US" smtClean="0"/>
              <a:pPr/>
              <a:t>24</a:t>
            </a:fld>
            <a:endParaRPr lang="en-US"/>
          </a:p>
        </p:txBody>
      </p:sp>
      <p:sp>
        <p:nvSpPr>
          <p:cNvPr id="6" name="Title 1">
            <a:extLst>
              <a:ext uri="{FF2B5EF4-FFF2-40B4-BE49-F238E27FC236}">
                <a16:creationId xmlns:a16="http://schemas.microsoft.com/office/drawing/2014/main" id="{639D79EF-E4FA-47EA-8393-38F22E19E47F}"/>
              </a:ext>
            </a:extLst>
          </p:cNvPr>
          <p:cNvSpPr txBox="1">
            <a:spLocks/>
          </p:cNvSpPr>
          <p:nvPr/>
        </p:nvSpPr>
        <p:spPr bwMode="auto">
          <a:xfrm>
            <a:off x="381000" y="152400"/>
            <a:ext cx="78867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686800" cy="5135563"/>
          </a:xfrm>
        </p:spPr>
        <p:txBody>
          <a:bodyPr/>
          <a:lstStyle/>
          <a:p>
            <a:pPr>
              <a:buNone/>
            </a:pPr>
            <a:r>
              <a:rPr lang="en-US" sz="2600" dirty="0"/>
              <a:t>	</a:t>
            </a:r>
            <a:r>
              <a:rPr lang="en-US" sz="2600" i="1" u="sng" dirty="0">
                <a:latin typeface="Rockwell" panose="02060603020205020403" pitchFamily="18" charset="0"/>
              </a:rPr>
              <a:t>For the Mitsubishi F series PLCs, mnemonics used are:</a:t>
            </a:r>
          </a:p>
          <a:p>
            <a:pPr>
              <a:buNone/>
            </a:pPr>
            <a:endParaRPr lang="en-US" sz="800" dirty="0"/>
          </a:p>
          <a:p>
            <a:pPr>
              <a:buNone/>
            </a:pPr>
            <a:r>
              <a:rPr lang="en-US" sz="2600" dirty="0"/>
              <a:t>	</a:t>
            </a:r>
            <a:r>
              <a:rPr lang="en-US" sz="2600" dirty="0">
                <a:latin typeface="Rockwell" panose="02060603020205020403" pitchFamily="18" charset="0"/>
              </a:rPr>
              <a:t>LDI              	Start a rung with a closed 				      	    		contact.</a:t>
            </a:r>
          </a:p>
          <a:p>
            <a:pPr>
              <a:buNone/>
            </a:pPr>
            <a:r>
              <a:rPr lang="en-US" sz="2600" dirty="0">
                <a:latin typeface="Rockwell" panose="02060603020205020403" pitchFamily="18" charset="0"/>
              </a:rPr>
              <a:t>	ANB             	AND used with two sub circuits.</a:t>
            </a:r>
          </a:p>
          <a:p>
            <a:pPr>
              <a:buNone/>
            </a:pPr>
            <a:r>
              <a:rPr lang="en-US" sz="2600" dirty="0">
                <a:latin typeface="Rockwell" panose="02060603020205020403" pitchFamily="18" charset="0"/>
              </a:rPr>
              <a:t>	ORB            	OR used with two sub circuits.</a:t>
            </a:r>
          </a:p>
          <a:p>
            <a:pPr>
              <a:buNone/>
            </a:pPr>
            <a:r>
              <a:rPr lang="en-US" sz="2600" dirty="0">
                <a:latin typeface="Rockwell" panose="02060603020205020403" pitchFamily="18" charset="0"/>
              </a:rPr>
              <a:t>	RST             	Reset shift register/counter.</a:t>
            </a:r>
          </a:p>
          <a:p>
            <a:pPr>
              <a:buNone/>
            </a:pPr>
            <a:r>
              <a:rPr lang="en-US" sz="2600" dirty="0">
                <a:latin typeface="Rockwell" panose="02060603020205020403" pitchFamily="18" charset="0"/>
              </a:rPr>
              <a:t>	SHF             	Shift.</a:t>
            </a:r>
          </a:p>
          <a:p>
            <a:pPr>
              <a:buNone/>
            </a:pPr>
            <a:r>
              <a:rPr lang="en-US" sz="2600" dirty="0">
                <a:latin typeface="Rockwell" panose="02060603020205020403" pitchFamily="18" charset="0"/>
              </a:rPr>
              <a:t>	K                  	Insert a constant.</a:t>
            </a:r>
          </a:p>
          <a:p>
            <a:pPr>
              <a:buNone/>
            </a:pPr>
            <a:r>
              <a:rPr lang="en-US" sz="2600" dirty="0">
                <a:latin typeface="Rockwell" panose="02060603020205020403" pitchFamily="18" charset="0"/>
              </a:rPr>
              <a:t>	END             	End ladder.</a:t>
            </a:r>
          </a:p>
          <a:p>
            <a:endParaRPr lang="en-US" sz="2600" dirty="0"/>
          </a:p>
        </p:txBody>
      </p:sp>
      <p:sp>
        <p:nvSpPr>
          <p:cNvPr id="5" name="Slide Number Placeholder 4"/>
          <p:cNvSpPr>
            <a:spLocks noGrp="1"/>
          </p:cNvSpPr>
          <p:nvPr>
            <p:ph type="sldNum" sz="quarter" idx="12"/>
          </p:nvPr>
        </p:nvSpPr>
        <p:spPr/>
        <p:txBody>
          <a:bodyPr/>
          <a:lstStyle/>
          <a:p>
            <a:fld id="{97BB9E5F-E5FF-457C-9EF3-0E0EE116FA91}" type="slidenum">
              <a:rPr lang="en-US" smtClean="0"/>
              <a:pPr/>
              <a:t>25</a:t>
            </a:fld>
            <a:endParaRPr lang="en-US"/>
          </a:p>
        </p:txBody>
      </p:sp>
      <p:sp>
        <p:nvSpPr>
          <p:cNvPr id="6" name="Title 1">
            <a:extLst>
              <a:ext uri="{FF2B5EF4-FFF2-40B4-BE49-F238E27FC236}">
                <a16:creationId xmlns:a16="http://schemas.microsoft.com/office/drawing/2014/main" id="{A7397521-AEAE-4A3C-8358-42A84FB4DE54}"/>
              </a:ext>
            </a:extLst>
          </p:cNvPr>
          <p:cNvSpPr txBox="1">
            <a:spLocks/>
          </p:cNvSpPr>
          <p:nvPr/>
        </p:nvSpPr>
        <p:spPr bwMode="auto">
          <a:xfrm>
            <a:off x="381000" y="381000"/>
            <a:ext cx="78867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36637"/>
            <a:ext cx="8534400" cy="5135563"/>
          </a:xfrm>
        </p:spPr>
        <p:txBody>
          <a:bodyPr/>
          <a:lstStyle/>
          <a:p>
            <a:pPr algn="just"/>
            <a:r>
              <a:rPr lang="en-US" sz="2800" dirty="0">
                <a:latin typeface="Rockwell" panose="02060603020205020403" pitchFamily="18" charset="0"/>
              </a:rPr>
              <a:t>In examples discussed in the rest of this chapter, where general descriptions are not used, the Mitsubishi mnemonics will be used. However, those used by other manufacturers do not differ widely from these and principles involved in their use are the same. </a:t>
            </a:r>
          </a:p>
          <a:p>
            <a:endParaRPr lang="en-US" dirty="0"/>
          </a:p>
        </p:txBody>
      </p:sp>
      <p:sp>
        <p:nvSpPr>
          <p:cNvPr id="5" name="Slide Number Placeholder 4"/>
          <p:cNvSpPr>
            <a:spLocks noGrp="1"/>
          </p:cNvSpPr>
          <p:nvPr>
            <p:ph type="sldNum" sz="quarter" idx="12"/>
          </p:nvPr>
        </p:nvSpPr>
        <p:spPr/>
        <p:txBody>
          <a:bodyPr/>
          <a:lstStyle/>
          <a:p>
            <a:fld id="{97BB9E5F-E5FF-457C-9EF3-0E0EE116FA91}" type="slidenum">
              <a:rPr lang="en-US" smtClean="0"/>
              <a:pPr/>
              <a:t>26</a:t>
            </a:fld>
            <a:endParaRPr lang="en-US"/>
          </a:p>
        </p:txBody>
      </p:sp>
      <p:sp>
        <p:nvSpPr>
          <p:cNvPr id="6" name="Title 1">
            <a:extLst>
              <a:ext uri="{FF2B5EF4-FFF2-40B4-BE49-F238E27FC236}">
                <a16:creationId xmlns:a16="http://schemas.microsoft.com/office/drawing/2014/main" id="{E5BED849-9B77-4B82-BD7F-CB2F79CA8EEA}"/>
              </a:ext>
            </a:extLst>
          </p:cNvPr>
          <p:cNvSpPr txBox="1">
            <a:spLocks/>
          </p:cNvSpPr>
          <p:nvPr/>
        </p:nvSpPr>
        <p:spPr bwMode="auto">
          <a:xfrm>
            <a:off x="381000" y="381000"/>
            <a:ext cx="78867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9685" y="1143000"/>
            <a:ext cx="7886700" cy="4351338"/>
          </a:xfrm>
        </p:spPr>
        <p:txBody>
          <a:bodyPr>
            <a:normAutofit fontScale="85000" lnSpcReduction="20000"/>
          </a:bodyPr>
          <a:lstStyle/>
          <a:p>
            <a:pPr>
              <a:buNone/>
            </a:pPr>
            <a:r>
              <a:rPr lang="en-US" sz="2600" dirty="0">
                <a:latin typeface="Rockwell" panose="02060603020205020403" pitchFamily="18" charset="0"/>
              </a:rPr>
              <a:t>	</a:t>
            </a:r>
            <a:r>
              <a:rPr lang="en-US" sz="2400" i="1" u="sng" dirty="0">
                <a:latin typeface="Rockwell" panose="02060603020205020403" pitchFamily="18" charset="0"/>
              </a:rPr>
              <a:t> </a:t>
            </a:r>
            <a:r>
              <a:rPr lang="en-US" sz="3000" i="1" u="sng" dirty="0">
                <a:latin typeface="Rockwell" panose="02060603020205020403" pitchFamily="18" charset="0"/>
              </a:rPr>
              <a:t>For example, for OMRON PLCs the codes used are</a:t>
            </a:r>
          </a:p>
          <a:p>
            <a:pPr>
              <a:buNone/>
            </a:pPr>
            <a:endParaRPr lang="en-US" sz="3000" dirty="0">
              <a:latin typeface="Rockwell" panose="02060603020205020403" pitchFamily="18" charset="0"/>
            </a:endParaRPr>
          </a:p>
          <a:p>
            <a:pPr>
              <a:buNone/>
            </a:pPr>
            <a:r>
              <a:rPr lang="en-US" sz="3000" dirty="0">
                <a:latin typeface="Rockwell" panose="02060603020205020403" pitchFamily="18" charset="0"/>
              </a:rPr>
              <a:t>	LD          	Start a rung with an open contact.</a:t>
            </a:r>
          </a:p>
          <a:p>
            <a:pPr>
              <a:buNone/>
            </a:pPr>
            <a:r>
              <a:rPr lang="en-US" sz="3000" dirty="0">
                <a:latin typeface="Rockwell" panose="02060603020205020403" pitchFamily="18" charset="0"/>
              </a:rPr>
              <a:t>	OUT            	An output.</a:t>
            </a:r>
          </a:p>
          <a:p>
            <a:pPr>
              <a:buNone/>
            </a:pPr>
            <a:r>
              <a:rPr lang="en-US" sz="3000" dirty="0">
                <a:latin typeface="Rockwell" panose="02060603020205020403" pitchFamily="18" charset="0"/>
              </a:rPr>
              <a:t>	TIM             	A timer output.</a:t>
            </a:r>
          </a:p>
          <a:p>
            <a:pPr>
              <a:buNone/>
            </a:pPr>
            <a:r>
              <a:rPr lang="en-US" sz="3000" dirty="0">
                <a:latin typeface="Rockwell" panose="02060603020205020403" pitchFamily="18" charset="0"/>
              </a:rPr>
              <a:t>	CNT         	A counter output.</a:t>
            </a:r>
          </a:p>
          <a:p>
            <a:pPr>
              <a:buNone/>
            </a:pPr>
            <a:r>
              <a:rPr lang="en-US" sz="3000" dirty="0">
                <a:latin typeface="Rockwell" panose="02060603020205020403" pitchFamily="18" charset="0"/>
              </a:rPr>
              <a:t>	AND           	A series element and so an AND 			        	logic instruction.</a:t>
            </a:r>
          </a:p>
          <a:p>
            <a:pPr>
              <a:buNone/>
            </a:pPr>
            <a:r>
              <a:rPr lang="en-US" sz="3000" dirty="0">
                <a:latin typeface="Rockwell" panose="02060603020205020403" pitchFamily="18" charset="0"/>
              </a:rPr>
              <a:t>	OR                 Parallel elements and so an OR logic 			instruction.</a:t>
            </a:r>
          </a:p>
          <a:p>
            <a:pPr>
              <a:buNone/>
            </a:pPr>
            <a:r>
              <a:rPr lang="en-US" sz="3000" dirty="0">
                <a:latin typeface="Rockwell" panose="02060603020205020403" pitchFamily="18" charset="0"/>
              </a:rPr>
              <a:t>	NOT              A NOT logic instruction.</a:t>
            </a:r>
          </a:p>
          <a:p>
            <a:endParaRPr lang="en-US" sz="2600" dirty="0">
              <a:latin typeface="Rockwell" panose="02060603020205020403" pitchFamily="18" charset="0"/>
            </a:endParaRPr>
          </a:p>
        </p:txBody>
      </p:sp>
      <p:sp>
        <p:nvSpPr>
          <p:cNvPr id="5" name="Slide Number Placeholder 4"/>
          <p:cNvSpPr>
            <a:spLocks noGrp="1"/>
          </p:cNvSpPr>
          <p:nvPr>
            <p:ph type="sldNum" sz="quarter" idx="12"/>
          </p:nvPr>
        </p:nvSpPr>
        <p:spPr/>
        <p:txBody>
          <a:bodyPr/>
          <a:lstStyle/>
          <a:p>
            <a:fld id="{97BB9E5F-E5FF-457C-9EF3-0E0EE116FA91}" type="slidenum">
              <a:rPr lang="en-US" smtClean="0"/>
              <a:pPr/>
              <a:t>27</a:t>
            </a:fld>
            <a:endParaRPr lang="en-US"/>
          </a:p>
        </p:txBody>
      </p:sp>
      <p:sp>
        <p:nvSpPr>
          <p:cNvPr id="4" name="Title 1"/>
          <p:cNvSpPr txBox="1">
            <a:spLocks/>
          </p:cNvSpPr>
          <p:nvPr/>
        </p:nvSpPr>
        <p:spPr bwMode="auto">
          <a:xfrm>
            <a:off x="381000" y="381000"/>
            <a:ext cx="78867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Rockwell" panose="02060603020205020403" pitchFamily="18" charset="0"/>
              </a:rPr>
              <a:t>PLC Programming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143000"/>
            <a:ext cx="7886700" cy="5033963"/>
          </a:xfrm>
        </p:spPr>
        <p:txBody>
          <a:bodyPr>
            <a:normAutofit/>
          </a:bodyPr>
          <a:lstStyle/>
          <a:p>
            <a:pPr>
              <a:buNone/>
            </a:pPr>
            <a:r>
              <a:rPr lang="en-US" sz="2600" dirty="0"/>
              <a:t>	</a:t>
            </a:r>
            <a:r>
              <a:rPr lang="en-US" sz="2800" dirty="0"/>
              <a:t>	</a:t>
            </a:r>
            <a:r>
              <a:rPr lang="en-US" sz="2800" i="1" u="sng" dirty="0"/>
              <a:t> </a:t>
            </a:r>
            <a:r>
              <a:rPr lang="en-US" sz="2400" i="1" u="sng" dirty="0"/>
              <a:t>For example, for OMRON PLCs the codes used are</a:t>
            </a:r>
          </a:p>
          <a:p>
            <a:pPr>
              <a:buNone/>
            </a:pPr>
            <a:endParaRPr lang="en-US" sz="2600" dirty="0"/>
          </a:p>
          <a:p>
            <a:pPr>
              <a:buNone/>
            </a:pPr>
            <a:r>
              <a:rPr lang="en-US" sz="2600" dirty="0"/>
              <a:t>	…NOT           Used in conjunction with other 				       instructions to indicate the inverse.</a:t>
            </a:r>
          </a:p>
          <a:p>
            <a:pPr>
              <a:buNone/>
            </a:pPr>
            <a:r>
              <a:rPr lang="en-US" sz="2600" dirty="0"/>
              <a:t>	OR NOT         An OR NOT logic function.</a:t>
            </a:r>
          </a:p>
          <a:p>
            <a:pPr>
              <a:buNone/>
            </a:pPr>
            <a:r>
              <a:rPr lang="en-US" sz="2600" dirty="0"/>
              <a:t>	AND NOT       An AND NOT logic function.</a:t>
            </a:r>
          </a:p>
          <a:p>
            <a:pPr>
              <a:buNone/>
            </a:pPr>
            <a:r>
              <a:rPr lang="en-US" sz="2600" dirty="0"/>
              <a:t>	LD NOT          Start a rung with a closed contact.</a:t>
            </a:r>
          </a:p>
          <a:p>
            <a:pPr>
              <a:buNone/>
            </a:pPr>
            <a:r>
              <a:rPr lang="en-US" sz="2600" dirty="0"/>
              <a:t>	AND LD           AND used with two subcircuits.</a:t>
            </a:r>
          </a:p>
          <a:p>
            <a:pPr>
              <a:buNone/>
            </a:pPr>
            <a:r>
              <a:rPr lang="en-US" sz="2600" dirty="0"/>
              <a:t>	OR LD             OR used with two subcircuit. </a:t>
            </a:r>
          </a:p>
          <a:p>
            <a:pPr>
              <a:buNone/>
            </a:pPr>
            <a:r>
              <a:rPr lang="en-US" sz="2600" dirty="0"/>
              <a:t>	#                       insert constant.</a:t>
            </a:r>
          </a:p>
          <a:p>
            <a:pPr>
              <a:buNone/>
            </a:pPr>
            <a:r>
              <a:rPr lang="en-US" sz="2600" dirty="0"/>
              <a:t>	END                 </a:t>
            </a:r>
            <a:r>
              <a:rPr lang="en-US" sz="2600" dirty="0" err="1"/>
              <a:t>End</a:t>
            </a:r>
            <a:r>
              <a:rPr lang="en-US" sz="2600" dirty="0"/>
              <a:t> ladder</a:t>
            </a:r>
          </a:p>
          <a:p>
            <a:endParaRPr lang="en-US" sz="2600" dirty="0"/>
          </a:p>
        </p:txBody>
      </p:sp>
      <p:sp>
        <p:nvSpPr>
          <p:cNvPr id="5" name="Slide Number Placeholder 4"/>
          <p:cNvSpPr>
            <a:spLocks noGrp="1"/>
          </p:cNvSpPr>
          <p:nvPr>
            <p:ph type="sldNum" sz="quarter" idx="12"/>
          </p:nvPr>
        </p:nvSpPr>
        <p:spPr/>
        <p:txBody>
          <a:bodyPr/>
          <a:lstStyle/>
          <a:p>
            <a:fld id="{97BB9E5F-E5FF-457C-9EF3-0E0EE116FA91}" type="slidenum">
              <a:rPr lang="en-US" smtClean="0"/>
              <a:pPr/>
              <a:t>28</a:t>
            </a:fld>
            <a:endParaRPr lang="en-US"/>
          </a:p>
        </p:txBody>
      </p:sp>
      <p:sp>
        <p:nvSpPr>
          <p:cNvPr id="4" name="Title 1"/>
          <p:cNvSpPr txBox="1">
            <a:spLocks/>
          </p:cNvSpPr>
          <p:nvPr/>
        </p:nvSpPr>
        <p:spPr bwMode="auto">
          <a:xfrm>
            <a:off x="381000" y="3810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Arial" pitchFamily="34" charset="0"/>
              </a:rPr>
              <a:t>PLC Programming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066801"/>
            <a:ext cx="7886700" cy="5110162"/>
          </a:xfrm>
        </p:spPr>
        <p:txBody>
          <a:bodyPr/>
          <a:lstStyle/>
          <a:p>
            <a:r>
              <a:rPr lang="en-US" sz="2200" dirty="0"/>
              <a:t>The following shows how individual rungs on a ladder are entered. Using the Mitsubishi mnemonics, the AND gate shown in Fig. 1.7 would be entered as:  </a:t>
            </a:r>
          </a:p>
          <a:p>
            <a:pPr>
              <a:buNone/>
            </a:pPr>
            <a:br>
              <a:rPr lang="en-US" sz="2200" dirty="0"/>
            </a:br>
            <a:endParaRPr lang="en-US" sz="2200" dirty="0"/>
          </a:p>
          <a:p>
            <a:pPr>
              <a:buNone/>
            </a:pPr>
            <a:r>
              <a:rPr lang="en-US" sz="2200" dirty="0"/>
              <a:t> </a:t>
            </a:r>
          </a:p>
          <a:p>
            <a:pPr>
              <a:buNone/>
            </a:pPr>
            <a:br>
              <a:rPr lang="en-US" sz="2200" dirty="0"/>
            </a:br>
            <a:endParaRPr lang="en-US" sz="2200" dirty="0"/>
          </a:p>
        </p:txBody>
      </p:sp>
      <p:sp>
        <p:nvSpPr>
          <p:cNvPr id="11" name="Slide Number Placeholder 10"/>
          <p:cNvSpPr>
            <a:spLocks noGrp="1"/>
          </p:cNvSpPr>
          <p:nvPr>
            <p:ph type="sldNum" sz="quarter" idx="12"/>
          </p:nvPr>
        </p:nvSpPr>
        <p:spPr/>
        <p:txBody>
          <a:bodyPr/>
          <a:lstStyle/>
          <a:p>
            <a:fld id="{97BB9E5F-E5FF-457C-9EF3-0E0EE116FA91}" type="slidenum">
              <a:rPr lang="en-US" smtClean="0"/>
              <a:pPr/>
              <a:t>29</a:t>
            </a:fld>
            <a:endParaRPr lang="en-US"/>
          </a:p>
        </p:txBody>
      </p:sp>
      <p:pic>
        <p:nvPicPr>
          <p:cNvPr id="2050" name="Picture 2"/>
          <p:cNvPicPr>
            <a:picLocks noChangeAspect="1" noChangeArrowheads="1"/>
          </p:cNvPicPr>
          <p:nvPr/>
        </p:nvPicPr>
        <p:blipFill>
          <a:blip r:embed="rId3"/>
          <a:srcRect/>
          <a:stretch>
            <a:fillRect/>
          </a:stretch>
        </p:blipFill>
        <p:spPr bwMode="auto">
          <a:xfrm>
            <a:off x="762000" y="2133600"/>
            <a:ext cx="3200400" cy="1221205"/>
          </a:xfrm>
          <a:prstGeom prst="rect">
            <a:avLst/>
          </a:prstGeom>
          <a:noFill/>
        </p:spPr>
      </p:pic>
      <p:pic>
        <p:nvPicPr>
          <p:cNvPr id="2049" name="Picture 1"/>
          <p:cNvPicPr>
            <a:picLocks noChangeAspect="1" noChangeArrowheads="1"/>
          </p:cNvPicPr>
          <p:nvPr/>
        </p:nvPicPr>
        <p:blipFill>
          <a:blip r:embed="rId4"/>
          <a:srcRect/>
          <a:stretch>
            <a:fillRect/>
          </a:stretch>
        </p:blipFill>
        <p:spPr bwMode="auto">
          <a:xfrm>
            <a:off x="4343400" y="2057400"/>
            <a:ext cx="3352800" cy="1383695"/>
          </a:xfrm>
          <a:prstGeom prst="rect">
            <a:avLst/>
          </a:prstGeom>
          <a:noFill/>
        </p:spPr>
      </p:pic>
      <p:sp>
        <p:nvSpPr>
          <p:cNvPr id="2053" name="Rectangle 5"/>
          <p:cNvSpPr>
            <a:spLocks noChangeArrowheads="1"/>
          </p:cNvSpPr>
          <p:nvPr/>
        </p:nvSpPr>
        <p:spPr bwMode="auto">
          <a:xfrm>
            <a:off x="0" y="27336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200" b="0" i="0" u="none" strike="noStrike" cap="none" normalizeH="0" baseline="0">
                <a:ln>
                  <a:noFill/>
                </a:ln>
                <a:solidFill>
                  <a:schemeClr val="tx1"/>
                </a:solidFill>
                <a:effectLst/>
                <a:latin typeface="Arial" pitchFamily="34" charset="0"/>
                <a:ea typeface="Times New Roman" pitchFamily="18"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9" name="Rectangle 8"/>
          <p:cNvSpPr/>
          <p:nvPr/>
        </p:nvSpPr>
        <p:spPr>
          <a:xfrm>
            <a:off x="914400" y="3505200"/>
            <a:ext cx="2582887" cy="369332"/>
          </a:xfrm>
          <a:prstGeom prst="rect">
            <a:avLst/>
          </a:prstGeom>
        </p:spPr>
        <p:txBody>
          <a:bodyPr wrap="none">
            <a:spAutoFit/>
          </a:bodyPr>
          <a:lstStyle/>
          <a:p>
            <a:r>
              <a:rPr lang="en-US" b="1" dirty="0"/>
              <a:t>Fig 1.7</a:t>
            </a:r>
            <a:r>
              <a:rPr lang="en-US" dirty="0"/>
              <a:t> An AND system</a:t>
            </a:r>
          </a:p>
        </p:txBody>
      </p:sp>
      <p:sp>
        <p:nvSpPr>
          <p:cNvPr id="10" name="Title 1"/>
          <p:cNvSpPr txBox="1">
            <a:spLocks/>
          </p:cNvSpPr>
          <p:nvPr/>
        </p:nvSpPr>
        <p:spPr bwMode="auto">
          <a:xfrm>
            <a:off x="381000" y="3810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Arial" pitchFamily="34" charset="0"/>
              </a:rPr>
              <a:t>PLC Programming</a:t>
            </a:r>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1142640" tIns="914112" rIns="1142640" bIns="914112"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2819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200" b="0" i="0" u="none" strike="noStrike" cap="none" normalizeH="0" baseline="0">
                <a:ln>
                  <a:noFill/>
                </a:ln>
                <a:solidFill>
                  <a:schemeClr val="tx1"/>
                </a:solidFill>
                <a:effectLst/>
                <a:latin typeface="Arial" pitchFamily="34" charset="0"/>
                <a:ea typeface="Times New Roman" pitchFamily="18"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065691"/>
            <a:ext cx="7886700" cy="4351338"/>
          </a:xfrm>
        </p:spPr>
        <p:txBody>
          <a:bodyPr/>
          <a:lstStyle/>
          <a:p>
            <a:pPr lvl="0"/>
            <a:r>
              <a:rPr lang="en-US" sz="2200" b="1" dirty="0">
                <a:latin typeface="Arial" pitchFamily="34" charset="0"/>
                <a:ea typeface="Times New Roman" pitchFamily="18" charset="0"/>
                <a:cs typeface="Arial" pitchFamily="34" charset="0"/>
              </a:rPr>
              <a:t>The OR gate shown in Fig. 1.8 would be entered as</a:t>
            </a:r>
            <a:endParaRPr lang="en-US" sz="2200" dirty="0">
              <a:latin typeface="Arial" pitchFamily="34" charset="0"/>
              <a:cs typeface="Arial" pitchFamily="34" charset="0"/>
            </a:endParaRPr>
          </a:p>
          <a:p>
            <a:endParaRPr lang="en-US" sz="2200" dirty="0"/>
          </a:p>
          <a:p>
            <a:endParaRPr lang="en-US" sz="2200" dirty="0"/>
          </a:p>
          <a:p>
            <a:endParaRPr lang="en-US" sz="2200" dirty="0"/>
          </a:p>
          <a:p>
            <a:endParaRPr lang="en-US" sz="2200" b="1" dirty="0"/>
          </a:p>
          <a:p>
            <a:endParaRPr lang="en-US" sz="2200" dirty="0"/>
          </a:p>
          <a:p>
            <a:pPr>
              <a:buNone/>
            </a:pPr>
            <a:endParaRPr lang="en-US" sz="2200" dirty="0"/>
          </a:p>
          <a:p>
            <a:r>
              <a:rPr lang="en-US" sz="2200" b="1" dirty="0"/>
              <a:t>The NOR gate shown in Fig. 1.9 would be entered as </a:t>
            </a:r>
            <a:endParaRPr lang="en-US" sz="2200" dirty="0"/>
          </a:p>
        </p:txBody>
      </p:sp>
      <p:sp>
        <p:nvSpPr>
          <p:cNvPr id="12" name="Slide Number Placeholder 11"/>
          <p:cNvSpPr>
            <a:spLocks noGrp="1"/>
          </p:cNvSpPr>
          <p:nvPr>
            <p:ph type="sldNum" sz="quarter" idx="12"/>
          </p:nvPr>
        </p:nvSpPr>
        <p:spPr/>
        <p:txBody>
          <a:bodyPr/>
          <a:lstStyle/>
          <a:p>
            <a:fld id="{97BB9E5F-E5FF-457C-9EF3-0E0EE116FA91}" type="slidenum">
              <a:rPr lang="en-US" smtClean="0"/>
              <a:pPr/>
              <a:t>30</a:t>
            </a:fld>
            <a:endParaRPr lang="en-US"/>
          </a:p>
        </p:txBody>
      </p:sp>
      <p:pic>
        <p:nvPicPr>
          <p:cNvPr id="5" name="Picture 8"/>
          <p:cNvPicPr>
            <a:picLocks noChangeAspect="1" noChangeArrowheads="1"/>
          </p:cNvPicPr>
          <p:nvPr/>
        </p:nvPicPr>
        <p:blipFill>
          <a:blip r:embed="rId3"/>
          <a:srcRect/>
          <a:stretch>
            <a:fillRect/>
          </a:stretch>
        </p:blipFill>
        <p:spPr bwMode="auto">
          <a:xfrm>
            <a:off x="1295400" y="1524000"/>
            <a:ext cx="2057400" cy="1450731"/>
          </a:xfrm>
          <a:prstGeom prst="rect">
            <a:avLst/>
          </a:prstGeom>
          <a:noFill/>
        </p:spPr>
      </p:pic>
      <p:pic>
        <p:nvPicPr>
          <p:cNvPr id="6" name="Picture 7"/>
          <p:cNvPicPr>
            <a:picLocks noChangeAspect="1" noChangeArrowheads="1"/>
          </p:cNvPicPr>
          <p:nvPr/>
        </p:nvPicPr>
        <p:blipFill>
          <a:blip r:embed="rId4"/>
          <a:srcRect/>
          <a:stretch>
            <a:fillRect/>
          </a:stretch>
        </p:blipFill>
        <p:spPr bwMode="auto">
          <a:xfrm>
            <a:off x="4191000" y="1600200"/>
            <a:ext cx="2763520" cy="1219200"/>
          </a:xfrm>
          <a:prstGeom prst="rect">
            <a:avLst/>
          </a:prstGeom>
          <a:noFill/>
        </p:spPr>
      </p:pic>
      <p:sp>
        <p:nvSpPr>
          <p:cNvPr id="7" name="Rectangle 10"/>
          <p:cNvSpPr>
            <a:spLocks noChangeArrowheads="1"/>
          </p:cNvSpPr>
          <p:nvPr/>
        </p:nvSpPr>
        <p:spPr bwMode="auto">
          <a:xfrm>
            <a:off x="1295400" y="3276600"/>
            <a:ext cx="3048000" cy="5539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dirty="0">
                <a:ln>
                  <a:noFill/>
                </a:ln>
                <a:solidFill>
                  <a:schemeClr val="tx1"/>
                </a:solidFill>
                <a:effectLst/>
                <a:latin typeface="Arial" pitchFamily="34" charset="0"/>
                <a:ea typeface="Times New Roman" pitchFamily="18" charset="0"/>
                <a:cs typeface="Arial" pitchFamily="34" charset="0"/>
              </a:rPr>
              <a:t>Fig 1.8 </a:t>
            </a:r>
            <a:r>
              <a:rPr kumimoji="0" lang="en-US" sz="1500" b="0" i="0" u="none" strike="noStrike" cap="none" normalizeH="0" baseline="0" dirty="0">
                <a:ln>
                  <a:noFill/>
                </a:ln>
                <a:solidFill>
                  <a:schemeClr val="tx1"/>
                </a:solidFill>
                <a:effectLst/>
                <a:latin typeface="Arial" pitchFamily="34" charset="0"/>
                <a:ea typeface="Times New Roman" pitchFamily="18" charset="0"/>
                <a:cs typeface="Arial" pitchFamily="34" charset="0"/>
              </a:rPr>
              <a:t>An OR system   </a:t>
            </a:r>
            <a:endParaRPr kumimoji="0" lang="en-US" sz="15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500" b="0" i="0" u="none" strike="noStrike" cap="none" normalizeH="0" baseline="0" dirty="0">
              <a:ln>
                <a:noFill/>
              </a:ln>
              <a:solidFill>
                <a:schemeClr val="tx1"/>
              </a:solidFill>
              <a:effectLst/>
              <a:latin typeface="Arial" pitchFamily="34" charset="0"/>
              <a:cs typeface="Arial" pitchFamily="34" charset="0"/>
            </a:endParaRPr>
          </a:p>
        </p:txBody>
      </p:sp>
      <p:pic>
        <p:nvPicPr>
          <p:cNvPr id="86018" name="Picture 2"/>
          <p:cNvPicPr>
            <a:picLocks noChangeAspect="1" noChangeArrowheads="1"/>
          </p:cNvPicPr>
          <p:nvPr/>
        </p:nvPicPr>
        <p:blipFill>
          <a:blip r:embed="rId5"/>
          <a:srcRect/>
          <a:stretch>
            <a:fillRect/>
          </a:stretch>
        </p:blipFill>
        <p:spPr bwMode="auto">
          <a:xfrm>
            <a:off x="1371600" y="4419600"/>
            <a:ext cx="2286000" cy="942975"/>
          </a:xfrm>
          <a:prstGeom prst="rect">
            <a:avLst/>
          </a:prstGeom>
          <a:noFill/>
        </p:spPr>
      </p:pic>
      <p:sp>
        <p:nvSpPr>
          <p:cNvPr id="86019"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1142640" tIns="914112" rIns="1142640" bIns="914112" numCol="1" anchor="ctr" anchorCtr="0" compatLnSpc="1">
            <a:prstTxWarp prst="textNoShape">
              <a:avLst/>
            </a:prstTxWarp>
            <a:spAutoFit/>
          </a:bodyPr>
          <a:lstStyle/>
          <a:p>
            <a:endParaRPr lang="en-US"/>
          </a:p>
        </p:txBody>
      </p:sp>
      <p:sp>
        <p:nvSpPr>
          <p:cNvPr id="86020" name="Rectangle 4"/>
          <p:cNvSpPr>
            <a:spLocks noChangeArrowheads="1"/>
          </p:cNvSpPr>
          <p:nvPr/>
        </p:nvSpPr>
        <p:spPr bwMode="auto">
          <a:xfrm>
            <a:off x="0" y="140017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6021" name="Rectangle 5"/>
          <p:cNvSpPr>
            <a:spLocks noChangeArrowheads="1"/>
          </p:cNvSpPr>
          <p:nvPr/>
        </p:nvSpPr>
        <p:spPr bwMode="auto">
          <a:xfrm>
            <a:off x="1447800" y="5638800"/>
            <a:ext cx="4800600" cy="3231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dirty="0">
                <a:ln>
                  <a:noFill/>
                </a:ln>
                <a:solidFill>
                  <a:schemeClr val="tx1"/>
                </a:solidFill>
                <a:effectLst/>
                <a:latin typeface="Arial" pitchFamily="34" charset="0"/>
                <a:ea typeface="Times New Roman" pitchFamily="18" charset="0"/>
                <a:cs typeface="Arial" pitchFamily="34" charset="0"/>
              </a:rPr>
              <a:t>Fig. 1.9 </a:t>
            </a:r>
            <a:r>
              <a:rPr kumimoji="0" lang="en-US" sz="1500" b="0" i="0" u="none" strike="noStrike" cap="none" normalizeH="0" baseline="0" dirty="0">
                <a:ln>
                  <a:noFill/>
                </a:ln>
                <a:solidFill>
                  <a:schemeClr val="tx1"/>
                </a:solidFill>
                <a:effectLst/>
                <a:latin typeface="Arial" pitchFamily="34" charset="0"/>
                <a:ea typeface="Times New Roman" pitchFamily="18" charset="0"/>
                <a:cs typeface="Arial" pitchFamily="34" charset="0"/>
              </a:rPr>
              <a:t>An NOR</a:t>
            </a:r>
            <a:endParaRPr kumimoji="0" lang="en-US" sz="1500" b="0" i="0" u="none" strike="noStrike" cap="none" normalizeH="0" baseline="0" dirty="0">
              <a:ln>
                <a:noFill/>
              </a:ln>
              <a:solidFill>
                <a:schemeClr val="tx1"/>
              </a:solidFill>
              <a:effectLst/>
              <a:latin typeface="Arial" pitchFamily="34" charset="0"/>
              <a:cs typeface="Arial" pitchFamily="34" charset="0"/>
            </a:endParaRPr>
          </a:p>
        </p:txBody>
      </p:sp>
      <p:sp>
        <p:nvSpPr>
          <p:cNvPr id="13" name="Title 1"/>
          <p:cNvSpPr txBox="1">
            <a:spLocks/>
          </p:cNvSpPr>
          <p:nvPr/>
        </p:nvSpPr>
        <p:spPr bwMode="auto">
          <a:xfrm>
            <a:off x="381000" y="3810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Arial" pitchFamily="34" charset="0"/>
              </a:rPr>
              <a:t>PLC Programming</a:t>
            </a:r>
          </a:p>
        </p:txBody>
      </p:sp>
      <p:pic>
        <p:nvPicPr>
          <p:cNvPr id="12289" name="Picture 1"/>
          <p:cNvPicPr>
            <a:picLocks noChangeAspect="1" noChangeArrowheads="1"/>
          </p:cNvPicPr>
          <p:nvPr/>
        </p:nvPicPr>
        <p:blipFill>
          <a:blip r:embed="rId6" cstate="print"/>
          <a:srcRect/>
          <a:stretch>
            <a:fillRect/>
          </a:stretch>
        </p:blipFill>
        <p:spPr bwMode="auto">
          <a:xfrm>
            <a:off x="4419600" y="4343401"/>
            <a:ext cx="3157688" cy="12954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534400" cy="5135563"/>
          </a:xfrm>
        </p:spPr>
        <p:txBody>
          <a:bodyPr/>
          <a:lstStyle/>
          <a:p>
            <a:r>
              <a:rPr lang="en-US" sz="2400" b="1" dirty="0"/>
              <a:t>The NAND gate shown in Fig. 1.10 would be entered as </a:t>
            </a:r>
            <a:endParaRPr lang="en-US" sz="2400" dirty="0"/>
          </a:p>
          <a:p>
            <a:endParaRPr lang="en-US" sz="2400" dirty="0"/>
          </a:p>
          <a:p>
            <a:endParaRPr lang="en-US" sz="2400" dirty="0"/>
          </a:p>
          <a:p>
            <a:endParaRPr lang="en-US" sz="2400" dirty="0"/>
          </a:p>
          <a:p>
            <a:endParaRPr lang="en-US" sz="2400" dirty="0"/>
          </a:p>
          <a:p>
            <a:endParaRPr lang="en-US" sz="2400" dirty="0"/>
          </a:p>
          <a:p>
            <a:r>
              <a:rPr lang="en-US" sz="2400" b="1" dirty="0"/>
              <a:t>The XOR gate shown in Fig. 1.11 would be entered as </a:t>
            </a:r>
            <a:endParaRPr lang="en-US" sz="2400" dirty="0"/>
          </a:p>
          <a:p>
            <a:endParaRPr lang="en-US" sz="2400" dirty="0"/>
          </a:p>
        </p:txBody>
      </p:sp>
      <p:sp>
        <p:nvSpPr>
          <p:cNvPr id="10" name="Slide Number Placeholder 9"/>
          <p:cNvSpPr>
            <a:spLocks noGrp="1"/>
          </p:cNvSpPr>
          <p:nvPr>
            <p:ph type="sldNum" sz="quarter" idx="12"/>
          </p:nvPr>
        </p:nvSpPr>
        <p:spPr/>
        <p:txBody>
          <a:bodyPr/>
          <a:lstStyle/>
          <a:p>
            <a:fld id="{97BB9E5F-E5FF-457C-9EF3-0E0EE116FA91}" type="slidenum">
              <a:rPr lang="en-US" smtClean="0"/>
              <a:pPr/>
              <a:t>31</a:t>
            </a:fld>
            <a:endParaRPr lang="en-US"/>
          </a:p>
        </p:txBody>
      </p:sp>
      <p:pic>
        <p:nvPicPr>
          <p:cNvPr id="4" name="Picture 1"/>
          <p:cNvPicPr>
            <a:picLocks noChangeAspect="1" noChangeArrowheads="1"/>
          </p:cNvPicPr>
          <p:nvPr/>
        </p:nvPicPr>
        <p:blipFill>
          <a:blip r:embed="rId3"/>
          <a:srcRect/>
          <a:stretch>
            <a:fillRect/>
          </a:stretch>
        </p:blipFill>
        <p:spPr bwMode="auto">
          <a:xfrm>
            <a:off x="4495800" y="1752600"/>
            <a:ext cx="3082247" cy="1143000"/>
          </a:xfrm>
          <a:prstGeom prst="rect">
            <a:avLst/>
          </a:prstGeom>
          <a:noFill/>
        </p:spPr>
      </p:pic>
      <p:pic>
        <p:nvPicPr>
          <p:cNvPr id="10241" name="Picture 1"/>
          <p:cNvPicPr>
            <a:picLocks noChangeAspect="1" noChangeArrowheads="1"/>
          </p:cNvPicPr>
          <p:nvPr/>
        </p:nvPicPr>
        <p:blipFill>
          <a:blip r:embed="rId4" cstate="print"/>
          <a:srcRect/>
          <a:stretch>
            <a:fillRect/>
          </a:stretch>
        </p:blipFill>
        <p:spPr bwMode="auto">
          <a:xfrm>
            <a:off x="990600" y="1371600"/>
            <a:ext cx="2420109" cy="1722187"/>
          </a:xfrm>
          <a:prstGeom prst="rect">
            <a:avLst/>
          </a:prstGeom>
          <a:noFill/>
          <a:ln w="9525">
            <a:noFill/>
            <a:miter lim="800000"/>
            <a:headEnd/>
            <a:tailEnd/>
          </a:ln>
          <a:effectLst/>
        </p:spPr>
      </p:pic>
      <p:sp>
        <p:nvSpPr>
          <p:cNvPr id="6" name="Rectangle 5"/>
          <p:cNvSpPr>
            <a:spLocks noChangeArrowheads="1"/>
          </p:cNvSpPr>
          <p:nvPr/>
        </p:nvSpPr>
        <p:spPr bwMode="auto">
          <a:xfrm>
            <a:off x="914400" y="3124200"/>
            <a:ext cx="4800600" cy="3231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dirty="0">
                <a:ln>
                  <a:noFill/>
                </a:ln>
                <a:solidFill>
                  <a:schemeClr val="tx1"/>
                </a:solidFill>
                <a:effectLst/>
                <a:latin typeface="Arial" pitchFamily="34" charset="0"/>
                <a:ea typeface="Times New Roman" pitchFamily="18" charset="0"/>
                <a:cs typeface="Arial" pitchFamily="34" charset="0"/>
              </a:rPr>
              <a:t>Fig. 1.10 </a:t>
            </a:r>
            <a:r>
              <a:rPr kumimoji="0" lang="en-US" sz="1500" b="0" i="0" u="none" strike="noStrike" cap="none" normalizeH="0" baseline="0" dirty="0">
                <a:ln>
                  <a:noFill/>
                </a:ln>
                <a:solidFill>
                  <a:schemeClr val="tx1"/>
                </a:solidFill>
                <a:effectLst/>
                <a:latin typeface="Arial" pitchFamily="34" charset="0"/>
                <a:ea typeface="Times New Roman" pitchFamily="18" charset="0"/>
                <a:cs typeface="Arial" pitchFamily="34" charset="0"/>
              </a:rPr>
              <a:t>A</a:t>
            </a:r>
            <a:r>
              <a:rPr kumimoji="0" lang="en-US" sz="1500" b="0" i="0" u="none" strike="noStrike" cap="none" normalizeH="0" dirty="0">
                <a:ln>
                  <a:noFill/>
                </a:ln>
                <a:solidFill>
                  <a:schemeClr val="tx1"/>
                </a:solidFill>
                <a:effectLst/>
                <a:latin typeface="Arial" pitchFamily="34" charset="0"/>
                <a:ea typeface="Times New Roman" pitchFamily="18" charset="0"/>
                <a:cs typeface="Arial" pitchFamily="34" charset="0"/>
              </a:rPr>
              <a:t> NAND system</a:t>
            </a:r>
            <a:endParaRPr kumimoji="0" lang="en-US" sz="1500" b="0" i="0" u="none" strike="noStrike" cap="none" normalizeH="0" baseline="0" dirty="0">
              <a:ln>
                <a:noFill/>
              </a:ln>
              <a:solidFill>
                <a:schemeClr val="tx1"/>
              </a:solidFill>
              <a:effectLst/>
              <a:latin typeface="Arial" pitchFamily="34" charset="0"/>
              <a:cs typeface="Arial" pitchFamily="34" charset="0"/>
            </a:endParaRPr>
          </a:p>
        </p:txBody>
      </p:sp>
      <p:sp>
        <p:nvSpPr>
          <p:cNvPr id="7" name="Title 1"/>
          <p:cNvSpPr txBox="1">
            <a:spLocks/>
          </p:cNvSpPr>
          <p:nvPr/>
        </p:nvSpPr>
        <p:spPr bwMode="auto">
          <a:xfrm>
            <a:off x="457200" y="2286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1"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Arial" pitchFamily="34" charset="0"/>
              </a:rPr>
              <a:t>PLC Programming</a:t>
            </a:r>
          </a:p>
        </p:txBody>
      </p:sp>
      <p:pic>
        <p:nvPicPr>
          <p:cNvPr id="10242" name="Picture 2"/>
          <p:cNvPicPr>
            <a:picLocks noChangeAspect="1" noChangeArrowheads="1"/>
          </p:cNvPicPr>
          <p:nvPr/>
        </p:nvPicPr>
        <p:blipFill>
          <a:blip r:embed="rId5" cstate="print"/>
          <a:srcRect/>
          <a:stretch>
            <a:fillRect/>
          </a:stretch>
        </p:blipFill>
        <p:spPr bwMode="auto">
          <a:xfrm>
            <a:off x="4876800" y="4191000"/>
            <a:ext cx="2684839" cy="1676400"/>
          </a:xfrm>
          <a:prstGeom prst="rect">
            <a:avLst/>
          </a:prstGeom>
          <a:noFill/>
          <a:ln w="9525">
            <a:noFill/>
            <a:miter lim="800000"/>
            <a:headEnd/>
            <a:tailEnd/>
          </a:ln>
          <a:effectLst/>
        </p:spPr>
      </p:pic>
      <p:sp>
        <p:nvSpPr>
          <p:cNvPr id="9" name="Rectangle 8"/>
          <p:cNvSpPr>
            <a:spLocks noChangeArrowheads="1"/>
          </p:cNvSpPr>
          <p:nvPr/>
        </p:nvSpPr>
        <p:spPr bwMode="auto">
          <a:xfrm>
            <a:off x="1066800" y="5620435"/>
            <a:ext cx="4800600" cy="3231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dirty="0">
                <a:ln>
                  <a:noFill/>
                </a:ln>
                <a:solidFill>
                  <a:schemeClr val="tx1"/>
                </a:solidFill>
                <a:effectLst/>
                <a:latin typeface="Arial" pitchFamily="34" charset="0"/>
                <a:ea typeface="Times New Roman" pitchFamily="18" charset="0"/>
                <a:cs typeface="Arial" pitchFamily="34" charset="0"/>
              </a:rPr>
              <a:t>Fig. 1.11 </a:t>
            </a:r>
            <a:r>
              <a:rPr kumimoji="0" lang="en-US" sz="1500" b="0" i="0" u="none" strike="noStrike" cap="none" normalizeH="0" baseline="0" dirty="0">
                <a:ln>
                  <a:noFill/>
                </a:ln>
                <a:solidFill>
                  <a:schemeClr val="tx1"/>
                </a:solidFill>
                <a:effectLst/>
                <a:latin typeface="Arial" pitchFamily="34" charset="0"/>
                <a:ea typeface="Times New Roman" pitchFamily="18" charset="0"/>
                <a:cs typeface="Arial" pitchFamily="34" charset="0"/>
              </a:rPr>
              <a:t>An XOR</a:t>
            </a:r>
            <a:r>
              <a:rPr kumimoji="0" lang="en-US" sz="1500" b="0" i="0" u="none" strike="noStrike" cap="none" normalizeH="0" dirty="0">
                <a:ln>
                  <a:noFill/>
                </a:ln>
                <a:solidFill>
                  <a:schemeClr val="tx1"/>
                </a:solidFill>
                <a:effectLst/>
                <a:latin typeface="Arial" pitchFamily="34" charset="0"/>
                <a:ea typeface="Times New Roman" pitchFamily="18" charset="0"/>
                <a:cs typeface="Arial" pitchFamily="34" charset="0"/>
              </a:rPr>
              <a:t> system</a:t>
            </a:r>
            <a:endParaRPr kumimoji="0" lang="en-US" sz="1500" b="0" i="0" u="none" strike="noStrike" cap="none" normalizeH="0" baseline="0" dirty="0">
              <a:ln>
                <a:noFill/>
              </a:ln>
              <a:solidFill>
                <a:schemeClr val="tx1"/>
              </a:solidFill>
              <a:effectLst/>
              <a:latin typeface="Arial" pitchFamily="34" charset="0"/>
              <a:cs typeface="Arial" pitchFamily="34" charset="0"/>
            </a:endParaRPr>
          </a:p>
        </p:txBody>
      </p:sp>
      <p:pic>
        <p:nvPicPr>
          <p:cNvPr id="10243" name="Picture 3"/>
          <p:cNvPicPr>
            <a:picLocks noChangeAspect="1" noChangeArrowheads="1"/>
          </p:cNvPicPr>
          <p:nvPr/>
        </p:nvPicPr>
        <p:blipFill>
          <a:blip r:embed="rId6" cstate="print"/>
          <a:srcRect/>
          <a:stretch>
            <a:fillRect/>
          </a:stretch>
        </p:blipFill>
        <p:spPr bwMode="auto">
          <a:xfrm>
            <a:off x="1219200" y="4038600"/>
            <a:ext cx="2409825" cy="1532912"/>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62000"/>
            <a:ext cx="8534400" cy="5135563"/>
          </a:xfrm>
        </p:spPr>
        <p:txBody>
          <a:bodyPr/>
          <a:lstStyle/>
          <a:p>
            <a:pPr>
              <a:buNone/>
            </a:pPr>
            <a:r>
              <a:rPr lang="en-US" dirty="0"/>
              <a:t>	</a:t>
            </a:r>
            <a:r>
              <a:rPr lang="en-US" sz="2400" dirty="0">
                <a:latin typeface="Georgia" panose="02040502050405020303" pitchFamily="18" charset="0"/>
              </a:rPr>
              <a:t>Three types of timers are used in PLC ladder logic programs. </a:t>
            </a:r>
          </a:p>
          <a:p>
            <a:pPr lvl="1">
              <a:buFont typeface="Arial" pitchFamily="34" charset="0"/>
              <a:buChar char="•"/>
            </a:pPr>
            <a:r>
              <a:rPr lang="en-US" sz="2000" dirty="0">
                <a:latin typeface="Georgia" panose="02040502050405020303" pitchFamily="18" charset="0"/>
              </a:rPr>
              <a:t>ON-DELAY timers</a:t>
            </a:r>
          </a:p>
          <a:p>
            <a:pPr lvl="1">
              <a:buFont typeface="Arial" pitchFamily="34" charset="0"/>
              <a:buChar char="•"/>
            </a:pPr>
            <a:r>
              <a:rPr lang="en-US" sz="2000" dirty="0">
                <a:latin typeface="Georgia" panose="02040502050405020303" pitchFamily="18" charset="0"/>
              </a:rPr>
              <a:t>OFF-DELAY timers, and</a:t>
            </a:r>
          </a:p>
          <a:p>
            <a:pPr lvl="1">
              <a:buFont typeface="Arial" pitchFamily="34" charset="0"/>
              <a:buChar char="•"/>
            </a:pPr>
            <a:r>
              <a:rPr lang="en-US" sz="2000" dirty="0">
                <a:latin typeface="Georgia" panose="02040502050405020303" pitchFamily="18" charset="0"/>
              </a:rPr>
              <a:t>RETENTIVE timers</a:t>
            </a:r>
          </a:p>
          <a:p>
            <a:pPr lvl="1">
              <a:buFont typeface="Arial" pitchFamily="34" charset="0"/>
              <a:buChar char="•"/>
            </a:pPr>
            <a:endParaRPr lang="en-US" sz="2000" dirty="0">
              <a:latin typeface="Georgia" panose="02040502050405020303" pitchFamily="18" charset="0"/>
            </a:endParaRPr>
          </a:p>
          <a:p>
            <a:pPr lvl="1">
              <a:buNone/>
            </a:pPr>
            <a:r>
              <a:rPr lang="en-US" sz="2000" dirty="0">
                <a:latin typeface="Georgia" panose="02040502050405020303" pitchFamily="18" charset="0"/>
              </a:rPr>
              <a:t>Fig show the timer</a:t>
            </a:r>
          </a:p>
          <a:p>
            <a:pPr lvl="1">
              <a:buNone/>
            </a:pPr>
            <a:r>
              <a:rPr lang="en-US" sz="2000" dirty="0">
                <a:latin typeface="Georgia" panose="02040502050405020303" pitchFamily="18" charset="0"/>
              </a:rPr>
              <a:t> instructions used </a:t>
            </a:r>
          </a:p>
          <a:p>
            <a:pPr lvl="1">
              <a:buNone/>
            </a:pPr>
            <a:r>
              <a:rPr lang="en-US" sz="2000" dirty="0">
                <a:latin typeface="Georgia" panose="02040502050405020303" pitchFamily="18" charset="0"/>
              </a:rPr>
              <a:t>in the Allen-Bradley PLC.</a:t>
            </a:r>
          </a:p>
        </p:txBody>
      </p:sp>
      <p:sp>
        <p:nvSpPr>
          <p:cNvPr id="7" name="Slide Number Placeholder 6"/>
          <p:cNvSpPr>
            <a:spLocks noGrp="1"/>
          </p:cNvSpPr>
          <p:nvPr>
            <p:ph type="sldNum" sz="quarter" idx="12"/>
          </p:nvPr>
        </p:nvSpPr>
        <p:spPr/>
        <p:txBody>
          <a:bodyPr/>
          <a:lstStyle/>
          <a:p>
            <a:fld id="{97BB9E5F-E5FF-457C-9EF3-0E0EE116FA91}" type="slidenum">
              <a:rPr lang="en-US" smtClean="0"/>
              <a:pPr/>
              <a:t>32</a:t>
            </a:fld>
            <a:endParaRPr lang="en-US"/>
          </a:p>
        </p:txBody>
      </p:sp>
      <p:pic>
        <p:nvPicPr>
          <p:cNvPr id="1026" name="Picture 2"/>
          <p:cNvPicPr>
            <a:picLocks noChangeAspect="1" noChangeArrowheads="1"/>
          </p:cNvPicPr>
          <p:nvPr/>
        </p:nvPicPr>
        <p:blipFill>
          <a:blip r:embed="rId2"/>
          <a:srcRect/>
          <a:stretch>
            <a:fillRect/>
          </a:stretch>
        </p:blipFill>
        <p:spPr bwMode="auto">
          <a:xfrm>
            <a:off x="5486400" y="1524000"/>
            <a:ext cx="3343275" cy="5048250"/>
          </a:xfrm>
          <a:prstGeom prst="rect">
            <a:avLst/>
          </a:prstGeom>
          <a:noFill/>
          <a:ln w="9525">
            <a:noFill/>
            <a:miter lim="800000"/>
            <a:headEnd/>
            <a:tailEnd/>
          </a:ln>
          <a:effectLst/>
        </p:spPr>
      </p:pic>
      <p:sp>
        <p:nvSpPr>
          <p:cNvPr id="5" name="Title 1"/>
          <p:cNvSpPr txBox="1">
            <a:spLocks/>
          </p:cNvSpPr>
          <p:nvPr/>
        </p:nvSpPr>
        <p:spPr bwMode="auto">
          <a:xfrm>
            <a:off x="381000" y="152400"/>
            <a:ext cx="8686800" cy="487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0066"/>
                </a:solidFill>
                <a:effectLst>
                  <a:outerShdw blurRad="38100" dist="38100" dir="2700000" algn="tl">
                    <a:srgbClr val="C0C0C0"/>
                  </a:outerShdw>
                </a:effectLst>
                <a:uLnTx/>
                <a:uFillTx/>
                <a:latin typeface="+mj-lt"/>
                <a:ea typeface="+mj-ea"/>
                <a:cs typeface="+mj-cs"/>
              </a:rPr>
              <a:t>Timers and Counters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621461" y="215601"/>
            <a:ext cx="7886700" cy="701674"/>
          </a:xfrm>
        </p:spPr>
        <p:txBody>
          <a:bodyPr/>
          <a:lstStyle/>
          <a:p>
            <a:pPr algn="l"/>
            <a:r>
              <a:rPr lang="en-US" dirty="0"/>
              <a:t>Timers</a:t>
            </a:r>
          </a:p>
        </p:txBody>
      </p:sp>
      <p:sp>
        <p:nvSpPr>
          <p:cNvPr id="3" name="Content Placeholder 2"/>
          <p:cNvSpPr>
            <a:spLocks noGrp="1"/>
          </p:cNvSpPr>
          <p:nvPr>
            <p:ph idx="1"/>
          </p:nvPr>
        </p:nvSpPr>
        <p:spPr>
          <a:xfrm>
            <a:off x="628650" y="914400"/>
            <a:ext cx="7886700" cy="5262563"/>
          </a:xfrm>
        </p:spPr>
        <p:txBody>
          <a:bodyPr/>
          <a:lstStyle/>
          <a:p>
            <a:pPr algn="just">
              <a:buNone/>
            </a:pPr>
            <a:r>
              <a:rPr lang="en-US" sz="2400" b="1" dirty="0"/>
              <a:t> </a:t>
            </a:r>
            <a:r>
              <a:rPr lang="en-US" sz="2400" dirty="0"/>
              <a:t>	A timer circuit is specified by starting the interval to be timed and the conditions or events that are to start and/or stop the timer. They are commonly regarded as relays with coil which, when energized, result in the closing or opening of input contacts after some preset time. Figure 1.12 shows part of a program involving a delay-on timer</a:t>
            </a:r>
          </a:p>
          <a:p>
            <a:endParaRPr lang="en-US" sz="2400" dirty="0"/>
          </a:p>
        </p:txBody>
      </p:sp>
      <p:sp>
        <p:nvSpPr>
          <p:cNvPr id="9" name="Slide Number Placeholder 8"/>
          <p:cNvSpPr>
            <a:spLocks noGrp="1"/>
          </p:cNvSpPr>
          <p:nvPr>
            <p:ph type="sldNum" sz="quarter" idx="12"/>
          </p:nvPr>
        </p:nvSpPr>
        <p:spPr/>
        <p:txBody>
          <a:bodyPr/>
          <a:lstStyle/>
          <a:p>
            <a:fld id="{97BB9E5F-E5FF-457C-9EF3-0E0EE116FA91}" type="slidenum">
              <a:rPr lang="en-US" smtClean="0"/>
              <a:pPr/>
              <a:t>33</a:t>
            </a:fld>
            <a:endParaRPr lang="en-US"/>
          </a:p>
        </p:txBody>
      </p:sp>
      <p:pic>
        <p:nvPicPr>
          <p:cNvPr id="1026" name="Picture 2"/>
          <p:cNvPicPr>
            <a:picLocks noChangeAspect="1" noChangeArrowheads="1"/>
          </p:cNvPicPr>
          <p:nvPr/>
        </p:nvPicPr>
        <p:blipFill>
          <a:blip r:embed="rId3"/>
          <a:srcRect/>
          <a:stretch>
            <a:fillRect/>
          </a:stretch>
        </p:blipFill>
        <p:spPr bwMode="auto">
          <a:xfrm>
            <a:off x="4953000" y="3200400"/>
            <a:ext cx="3429000" cy="2743200"/>
          </a:xfrm>
          <a:prstGeom prst="rect">
            <a:avLst/>
          </a:prstGeom>
          <a:noFill/>
          <a:ln w="9525">
            <a:noFill/>
            <a:miter lim="800000"/>
            <a:headEnd/>
            <a:tailEnd/>
          </a:ln>
        </p:spPr>
      </p:pic>
      <p:sp>
        <p:nvSpPr>
          <p:cNvPr id="5" name="Rectangle 4"/>
          <p:cNvSpPr/>
          <p:nvPr/>
        </p:nvSpPr>
        <p:spPr>
          <a:xfrm>
            <a:off x="5562600" y="6172200"/>
            <a:ext cx="1981200" cy="338554"/>
          </a:xfrm>
          <a:prstGeom prst="rect">
            <a:avLst/>
          </a:prstGeom>
        </p:spPr>
        <p:txBody>
          <a:bodyPr wrap="square">
            <a:spAutoFit/>
          </a:bodyPr>
          <a:lstStyle/>
          <a:p>
            <a:r>
              <a:rPr lang="en-US" sz="1600" b="1" dirty="0"/>
              <a:t>Fig. 1.12</a:t>
            </a:r>
            <a:r>
              <a:rPr lang="en-US" sz="1600" dirty="0"/>
              <a:t> Timer</a:t>
            </a:r>
          </a:p>
        </p:txBody>
      </p:sp>
      <p:sp>
        <p:nvSpPr>
          <p:cNvPr id="6" name="Rectangle 5"/>
          <p:cNvSpPr/>
          <p:nvPr/>
        </p:nvSpPr>
        <p:spPr>
          <a:xfrm>
            <a:off x="838200" y="3581400"/>
            <a:ext cx="4114800" cy="2246769"/>
          </a:xfrm>
          <a:prstGeom prst="rect">
            <a:avLst/>
          </a:prstGeom>
        </p:spPr>
        <p:txBody>
          <a:bodyPr wrap="square">
            <a:spAutoFit/>
          </a:bodyPr>
          <a:lstStyle/>
          <a:p>
            <a:pPr lvl="1"/>
            <a:r>
              <a:rPr lang="en-US" sz="2000" dirty="0"/>
              <a:t>when there is an input, the timer is energized and starts timing</a:t>
            </a:r>
          </a:p>
          <a:p>
            <a:pPr lvl="1"/>
            <a:endParaRPr lang="en-US" sz="2000" dirty="0"/>
          </a:p>
          <a:p>
            <a:pPr lvl="1"/>
            <a:r>
              <a:rPr lang="en-US" sz="2000" dirty="0"/>
              <a:t>After some preset time, the contacts associated with the timer close and the output occurs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01674"/>
          </a:xfrm>
        </p:spPr>
        <p:txBody>
          <a:bodyPr/>
          <a:lstStyle/>
          <a:p>
            <a:pPr algn="l"/>
            <a:r>
              <a:rPr lang="en-US" dirty="0"/>
              <a:t>Timers</a:t>
            </a:r>
          </a:p>
        </p:txBody>
      </p:sp>
      <p:sp>
        <p:nvSpPr>
          <p:cNvPr id="3" name="Content Placeholder 2"/>
          <p:cNvSpPr>
            <a:spLocks noGrp="1"/>
          </p:cNvSpPr>
          <p:nvPr>
            <p:ph idx="1"/>
          </p:nvPr>
        </p:nvSpPr>
        <p:spPr>
          <a:xfrm>
            <a:off x="628650" y="1066801"/>
            <a:ext cx="7886700" cy="5110162"/>
          </a:xfrm>
        </p:spPr>
        <p:txBody>
          <a:bodyPr/>
          <a:lstStyle/>
          <a:p>
            <a:pPr>
              <a:buNone/>
            </a:pPr>
            <a:r>
              <a:rPr lang="en-US" dirty="0"/>
              <a:t>	</a:t>
            </a:r>
            <a:r>
              <a:rPr lang="en-US" dirty="0">
                <a:latin typeface="Georgia" panose="02040502050405020303" pitchFamily="18" charset="0"/>
              </a:rPr>
              <a:t>When Programming a timer instruction, the programmer must specify the </a:t>
            </a:r>
          </a:p>
          <a:p>
            <a:pPr lvl="3"/>
            <a:r>
              <a:rPr lang="en-US" sz="1800" i="1" dirty="0">
                <a:latin typeface="Georgia" panose="02040502050405020303" pitchFamily="18" charset="0"/>
              </a:rPr>
              <a:t>The Timer address</a:t>
            </a:r>
          </a:p>
          <a:p>
            <a:pPr lvl="3"/>
            <a:r>
              <a:rPr lang="en-US" sz="1800" i="1" dirty="0">
                <a:latin typeface="Georgia" panose="02040502050405020303" pitchFamily="18" charset="0"/>
              </a:rPr>
              <a:t>The Time Base, and </a:t>
            </a:r>
          </a:p>
          <a:p>
            <a:pPr lvl="3"/>
            <a:r>
              <a:rPr lang="en-US" sz="1800" i="1" dirty="0">
                <a:latin typeface="Georgia" panose="02040502050405020303" pitchFamily="18" charset="0"/>
              </a:rPr>
              <a:t>The Preset Value</a:t>
            </a:r>
          </a:p>
          <a:p>
            <a:r>
              <a:rPr lang="en-US" dirty="0">
                <a:latin typeface="Georgia" panose="02040502050405020303" pitchFamily="18" charset="0"/>
              </a:rPr>
              <a:t>The format of the </a:t>
            </a:r>
            <a:r>
              <a:rPr lang="en-US" b="1" dirty="0">
                <a:latin typeface="Georgia" panose="02040502050405020303" pitchFamily="18" charset="0"/>
              </a:rPr>
              <a:t>Timer address </a:t>
            </a:r>
            <a:r>
              <a:rPr lang="en-US" dirty="0">
                <a:latin typeface="Georgia" panose="02040502050405020303" pitchFamily="18" charset="0"/>
              </a:rPr>
              <a:t>is T4: N, where N is a positive integer, each timer instruction should have a unique that distinguishes its timer instruction from other timer instructions </a:t>
            </a:r>
          </a:p>
        </p:txBody>
      </p:sp>
      <p:sp>
        <p:nvSpPr>
          <p:cNvPr id="4" name="Slide Number Placeholder 3"/>
          <p:cNvSpPr>
            <a:spLocks noGrp="1"/>
          </p:cNvSpPr>
          <p:nvPr>
            <p:ph type="sldNum" sz="quarter" idx="12"/>
          </p:nvPr>
        </p:nvSpPr>
        <p:spPr/>
        <p:txBody>
          <a:bodyPr/>
          <a:lstStyle/>
          <a:p>
            <a:fld id="{97BB9E5F-E5FF-457C-9EF3-0E0EE116FA91}"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65127"/>
            <a:ext cx="7981950" cy="854074"/>
          </a:xfrm>
        </p:spPr>
        <p:txBody>
          <a:bodyPr/>
          <a:lstStyle/>
          <a:p>
            <a:pPr algn="l"/>
            <a:r>
              <a:rPr lang="en-US" dirty="0"/>
              <a:t>Timers</a:t>
            </a:r>
          </a:p>
        </p:txBody>
      </p:sp>
      <p:sp>
        <p:nvSpPr>
          <p:cNvPr id="3" name="Content Placeholder 2"/>
          <p:cNvSpPr>
            <a:spLocks noGrp="1"/>
          </p:cNvSpPr>
          <p:nvPr>
            <p:ph idx="1"/>
          </p:nvPr>
        </p:nvSpPr>
        <p:spPr>
          <a:xfrm>
            <a:off x="628650" y="1219201"/>
            <a:ext cx="7886700" cy="4957762"/>
          </a:xfrm>
        </p:spPr>
        <p:txBody>
          <a:bodyPr/>
          <a:lstStyle/>
          <a:p>
            <a:r>
              <a:rPr lang="en-US" dirty="0"/>
              <a:t>The </a:t>
            </a:r>
            <a:r>
              <a:rPr lang="en-US" b="1" dirty="0"/>
              <a:t>Time Base </a:t>
            </a:r>
            <a:r>
              <a:rPr lang="en-US" dirty="0"/>
              <a:t>value is an interval that  the timer is going to use. This value can be set to 1 second, 0.01 second, or 0.001 second</a:t>
            </a:r>
          </a:p>
          <a:p>
            <a:r>
              <a:rPr lang="en-US" b="1" dirty="0"/>
              <a:t>Preset value </a:t>
            </a:r>
            <a:r>
              <a:rPr lang="en-US" dirty="0"/>
              <a:t>specifies how many intervals a timer should count before timing is complete, also known as “done”</a:t>
            </a:r>
          </a:p>
          <a:p>
            <a:r>
              <a:rPr lang="en-US" dirty="0"/>
              <a:t>A timer’s setting Time equals its </a:t>
            </a:r>
            <a:r>
              <a:rPr lang="en-US" b="1" dirty="0"/>
              <a:t>Preset</a:t>
            </a:r>
            <a:r>
              <a:rPr lang="en-US" dirty="0"/>
              <a:t> </a:t>
            </a:r>
            <a:r>
              <a:rPr lang="en-US" b="1" dirty="0"/>
              <a:t>value</a:t>
            </a:r>
            <a:r>
              <a:rPr lang="en-US" dirty="0"/>
              <a:t> multiplied by its </a:t>
            </a:r>
            <a:r>
              <a:rPr lang="en-US" b="1" dirty="0"/>
              <a:t>Time base  </a:t>
            </a:r>
          </a:p>
        </p:txBody>
      </p:sp>
      <p:sp>
        <p:nvSpPr>
          <p:cNvPr id="4" name="Slide Number Placeholder 3"/>
          <p:cNvSpPr>
            <a:spLocks noGrp="1"/>
          </p:cNvSpPr>
          <p:nvPr>
            <p:ph type="sldNum" sz="quarter" idx="12"/>
          </p:nvPr>
        </p:nvSpPr>
        <p:spPr/>
        <p:txBody>
          <a:bodyPr/>
          <a:lstStyle/>
          <a:p>
            <a:fld id="{97BB9E5F-E5FF-457C-9EF3-0E0EE116FA91}"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pPr algn="l"/>
            <a:r>
              <a:rPr lang="en-US" dirty="0"/>
              <a:t>Timers</a:t>
            </a:r>
          </a:p>
        </p:txBody>
      </p:sp>
      <p:sp>
        <p:nvSpPr>
          <p:cNvPr id="3" name="Content Placeholder 2"/>
          <p:cNvSpPr>
            <a:spLocks noGrp="1"/>
          </p:cNvSpPr>
          <p:nvPr>
            <p:ph idx="1"/>
          </p:nvPr>
        </p:nvSpPr>
        <p:spPr>
          <a:xfrm>
            <a:off x="76200" y="1143000"/>
            <a:ext cx="8839200" cy="4830763"/>
          </a:xfrm>
        </p:spPr>
        <p:txBody>
          <a:bodyPr/>
          <a:lstStyle/>
          <a:p>
            <a:pPr algn="just"/>
            <a:r>
              <a:rPr lang="en-US" sz="2900" dirty="0"/>
              <a:t>For Example, if the Time Base is 0.01 and preset is 500, the timer’s setting time is 500x0.01 second=5 seconds. That means this timer will be done 5seconds after the timer instruction is enabled.</a:t>
            </a:r>
          </a:p>
          <a:p>
            <a:r>
              <a:rPr lang="en-US" sz="2900" dirty="0"/>
              <a:t>A timer instruction must be located next to the right rail in a rung.</a:t>
            </a:r>
          </a:p>
          <a:p>
            <a:r>
              <a:rPr lang="en-US" sz="2900" dirty="0"/>
              <a:t>An ON-delay timer is enabled when its rung is true.</a:t>
            </a:r>
          </a:p>
          <a:p>
            <a:r>
              <a:rPr lang="en-US" sz="2900" dirty="0"/>
              <a:t>A rung is true when there is at least one path made by instructions that are true from the left rail to the timer instruction.  </a:t>
            </a:r>
          </a:p>
        </p:txBody>
      </p:sp>
      <p:sp>
        <p:nvSpPr>
          <p:cNvPr id="4" name="Slide Number Placeholder 3"/>
          <p:cNvSpPr>
            <a:spLocks noGrp="1"/>
          </p:cNvSpPr>
          <p:nvPr>
            <p:ph type="sldNum" sz="quarter" idx="12"/>
          </p:nvPr>
        </p:nvSpPr>
        <p:spPr/>
        <p:txBody>
          <a:bodyPr/>
          <a:lstStyle/>
          <a:p>
            <a:fld id="{97BB9E5F-E5FF-457C-9EF3-0E0EE116FA91}"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8650" y="365127"/>
            <a:ext cx="7886700" cy="625474"/>
          </a:xfrm>
        </p:spPr>
        <p:txBody>
          <a:bodyPr/>
          <a:lstStyle/>
          <a:p>
            <a:pPr algn="l"/>
            <a:r>
              <a:rPr lang="en-US" dirty="0"/>
              <a:t>Timers</a:t>
            </a:r>
          </a:p>
        </p:txBody>
      </p:sp>
      <p:sp>
        <p:nvSpPr>
          <p:cNvPr id="3" name="Content Placeholder 2"/>
          <p:cNvSpPr>
            <a:spLocks noGrp="1"/>
          </p:cNvSpPr>
          <p:nvPr>
            <p:ph idx="1"/>
          </p:nvPr>
        </p:nvSpPr>
        <p:spPr>
          <a:xfrm>
            <a:off x="304800" y="990600"/>
            <a:ext cx="8686800" cy="5135563"/>
          </a:xfrm>
        </p:spPr>
        <p:txBody>
          <a:bodyPr/>
          <a:lstStyle/>
          <a:p>
            <a:r>
              <a:rPr lang="en-US" sz="2800" dirty="0"/>
              <a:t>An </a:t>
            </a:r>
            <a:r>
              <a:rPr lang="en-US" sz="2800" b="1" dirty="0"/>
              <a:t>OFF-delay </a:t>
            </a:r>
            <a:r>
              <a:rPr lang="en-US" sz="2800" dirty="0"/>
              <a:t>timer is enabled when its rung is false. When the timer is enabled, its Accumulate value shows how many Time Base intervals have elapsed since the timer was activated.</a:t>
            </a:r>
          </a:p>
          <a:p>
            <a:r>
              <a:rPr lang="en-US" sz="2800" dirty="0"/>
              <a:t>A timer is done when its Accumulate reaches its Preset value</a:t>
            </a:r>
          </a:p>
          <a:p>
            <a:pPr algn="just"/>
            <a:r>
              <a:rPr lang="en-US" sz="2800" dirty="0"/>
              <a:t>When an </a:t>
            </a:r>
            <a:r>
              <a:rPr lang="en-US" sz="2800" i="1" dirty="0"/>
              <a:t>ON-delay timer </a:t>
            </a:r>
            <a:r>
              <a:rPr lang="en-US" sz="2800" dirty="0"/>
              <a:t>or an </a:t>
            </a:r>
            <a:r>
              <a:rPr lang="en-US" sz="2800" i="1" dirty="0"/>
              <a:t>OFF-delay</a:t>
            </a:r>
            <a:r>
              <a:rPr lang="en-US" sz="2800" dirty="0"/>
              <a:t> </a:t>
            </a:r>
            <a:r>
              <a:rPr lang="en-US" sz="2800" i="1" dirty="0"/>
              <a:t>timer </a:t>
            </a:r>
            <a:r>
              <a:rPr lang="en-US" sz="2800" dirty="0"/>
              <a:t>is timing, its rung condition changes, i.e. a rung changes from true to false for an ON-delay timer or a rung changes from false to true for an OFF-delay timer, will cause the timer to stop and its Accumulate value to be reset to zero.</a:t>
            </a:r>
            <a:endParaRPr lang="en-US" sz="2800" i="1" dirty="0"/>
          </a:p>
          <a:p>
            <a:endParaRPr lang="en-US" sz="2800" dirty="0"/>
          </a:p>
          <a:p>
            <a:endParaRPr lang="en-US" sz="2800" b="1" dirty="0"/>
          </a:p>
        </p:txBody>
      </p:sp>
      <p:sp>
        <p:nvSpPr>
          <p:cNvPr id="5" name="Slide Number Placeholder 4"/>
          <p:cNvSpPr>
            <a:spLocks noGrp="1"/>
          </p:cNvSpPr>
          <p:nvPr>
            <p:ph type="sldNum" sz="quarter" idx="12"/>
          </p:nvPr>
        </p:nvSpPr>
        <p:spPr/>
        <p:txBody>
          <a:bodyPr/>
          <a:lstStyle/>
          <a:p>
            <a:fld id="{97BB9E5F-E5FF-457C-9EF3-0E0EE116FA91}"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28600" y="198437"/>
            <a:ext cx="8686800" cy="792163"/>
          </a:xfrm>
        </p:spPr>
        <p:txBody>
          <a:bodyPr>
            <a:normAutofit/>
          </a:bodyPr>
          <a:lstStyle/>
          <a:p>
            <a:pPr algn="l"/>
            <a:r>
              <a:rPr lang="en-US" dirty="0"/>
              <a:t>Timers</a:t>
            </a:r>
          </a:p>
        </p:txBody>
      </p:sp>
      <p:sp>
        <p:nvSpPr>
          <p:cNvPr id="3" name="Content Placeholder 2"/>
          <p:cNvSpPr>
            <a:spLocks noGrp="1"/>
          </p:cNvSpPr>
          <p:nvPr>
            <p:ph idx="1"/>
          </p:nvPr>
        </p:nvSpPr>
        <p:spPr>
          <a:xfrm>
            <a:off x="381000" y="990600"/>
            <a:ext cx="8458200" cy="5186363"/>
          </a:xfrm>
        </p:spPr>
        <p:txBody>
          <a:bodyPr>
            <a:normAutofit/>
          </a:bodyPr>
          <a:lstStyle/>
          <a:p>
            <a:r>
              <a:rPr lang="en-US" sz="3100" dirty="0"/>
              <a:t>A retentive timer works like an ON-delay timer with one difference. That is, when its rung condition changes from true to false, the timer simply stops timing, but its Accumulate value is not reset zero. When its rung condition goes from false to true again, the retentive timer’s Accumulate value counts up from where it stopped the last time. </a:t>
            </a:r>
          </a:p>
          <a:p>
            <a:r>
              <a:rPr lang="en-US" sz="3100" dirty="0"/>
              <a:t>To reset a retentive timer’s, Accumulate value to zero, a reset instruction with the same timer address must be used.</a:t>
            </a:r>
          </a:p>
        </p:txBody>
      </p:sp>
      <p:sp>
        <p:nvSpPr>
          <p:cNvPr id="4" name="Slide Number Placeholder 3"/>
          <p:cNvSpPr>
            <a:spLocks noGrp="1"/>
          </p:cNvSpPr>
          <p:nvPr>
            <p:ph type="sldNum" sz="quarter" idx="12"/>
          </p:nvPr>
        </p:nvSpPr>
        <p:spPr/>
        <p:txBody>
          <a:bodyPr/>
          <a:lstStyle/>
          <a:p>
            <a:fld id="{97BB9E5F-E5FF-457C-9EF3-0E0EE116FA91}"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979486"/>
          </a:xfrm>
        </p:spPr>
        <p:txBody>
          <a:bodyPr/>
          <a:lstStyle/>
          <a:p>
            <a:pPr algn="l"/>
            <a:r>
              <a:rPr lang="en-US" dirty="0"/>
              <a:t>Timers</a:t>
            </a:r>
          </a:p>
        </p:txBody>
      </p:sp>
      <p:sp>
        <p:nvSpPr>
          <p:cNvPr id="3" name="Content Placeholder 2"/>
          <p:cNvSpPr>
            <a:spLocks noGrp="1"/>
          </p:cNvSpPr>
          <p:nvPr>
            <p:ph idx="1"/>
          </p:nvPr>
        </p:nvSpPr>
        <p:spPr>
          <a:xfrm>
            <a:off x="628650" y="1524000"/>
            <a:ext cx="7886700" cy="4652963"/>
          </a:xfrm>
        </p:spPr>
        <p:txBody>
          <a:bodyPr/>
          <a:lstStyle/>
          <a:p>
            <a:pPr>
              <a:buNone/>
            </a:pPr>
            <a:r>
              <a:rPr lang="en-US" sz="2600" dirty="0"/>
              <a:t>	Timers can be linked together; the term is</a:t>
            </a:r>
            <a:r>
              <a:rPr lang="en-US" sz="2600" i="1" dirty="0"/>
              <a:t> cascaded,</a:t>
            </a:r>
            <a:r>
              <a:rPr lang="en-US" sz="2600" dirty="0"/>
              <a:t> to give larger delay times than is possible with just one timer. Figure 1.13 shows such arrangement. </a:t>
            </a:r>
          </a:p>
          <a:p>
            <a:endParaRPr lang="en-US" sz="2600" dirty="0"/>
          </a:p>
        </p:txBody>
      </p:sp>
      <p:sp>
        <p:nvSpPr>
          <p:cNvPr id="8" name="Slide Number Placeholder 7"/>
          <p:cNvSpPr>
            <a:spLocks noGrp="1"/>
          </p:cNvSpPr>
          <p:nvPr>
            <p:ph type="sldNum" sz="quarter" idx="12"/>
          </p:nvPr>
        </p:nvSpPr>
        <p:spPr/>
        <p:txBody>
          <a:bodyPr/>
          <a:lstStyle/>
          <a:p>
            <a:fld id="{97BB9E5F-E5FF-457C-9EF3-0E0EE116FA91}" type="slidenum">
              <a:rPr lang="en-US" smtClean="0"/>
              <a:pPr/>
              <a:t>39</a:t>
            </a:fld>
            <a:endParaRPr lang="en-US"/>
          </a:p>
        </p:txBody>
      </p:sp>
      <p:pic>
        <p:nvPicPr>
          <p:cNvPr id="2050" name="Picture 2"/>
          <p:cNvPicPr>
            <a:picLocks noChangeAspect="1" noChangeArrowheads="1"/>
          </p:cNvPicPr>
          <p:nvPr/>
        </p:nvPicPr>
        <p:blipFill>
          <a:blip r:embed="rId3"/>
          <a:srcRect/>
          <a:stretch>
            <a:fillRect/>
          </a:stretch>
        </p:blipFill>
        <p:spPr bwMode="auto">
          <a:xfrm>
            <a:off x="5105400" y="2888059"/>
            <a:ext cx="3124200" cy="2522141"/>
          </a:xfrm>
          <a:prstGeom prst="rect">
            <a:avLst/>
          </a:prstGeom>
          <a:noFill/>
          <a:ln w="9525">
            <a:noFill/>
            <a:miter lim="800000"/>
            <a:headEnd/>
            <a:tailEnd/>
          </a:ln>
        </p:spPr>
      </p:pic>
      <p:sp>
        <p:nvSpPr>
          <p:cNvPr id="5" name="Rectangle 4"/>
          <p:cNvSpPr/>
          <p:nvPr/>
        </p:nvSpPr>
        <p:spPr>
          <a:xfrm>
            <a:off x="5105400" y="5421868"/>
            <a:ext cx="2980303" cy="369332"/>
          </a:xfrm>
          <a:prstGeom prst="rect">
            <a:avLst/>
          </a:prstGeom>
        </p:spPr>
        <p:txBody>
          <a:bodyPr wrap="none">
            <a:spAutoFit/>
          </a:bodyPr>
          <a:lstStyle/>
          <a:p>
            <a:r>
              <a:rPr lang="en-US" b="1" dirty="0"/>
              <a:t>Fig. 1.13</a:t>
            </a:r>
            <a:r>
              <a:rPr lang="en-US" dirty="0"/>
              <a:t> Cascaded timer   </a:t>
            </a:r>
          </a:p>
        </p:txBody>
      </p:sp>
      <p:sp>
        <p:nvSpPr>
          <p:cNvPr id="6" name="Rectangle 5"/>
          <p:cNvSpPr/>
          <p:nvPr/>
        </p:nvSpPr>
        <p:spPr>
          <a:xfrm>
            <a:off x="762000" y="3134142"/>
            <a:ext cx="4343400" cy="2123658"/>
          </a:xfrm>
          <a:prstGeom prst="rect">
            <a:avLst/>
          </a:prstGeom>
        </p:spPr>
        <p:txBody>
          <a:bodyPr wrap="square">
            <a:spAutoFit/>
          </a:bodyPr>
          <a:lstStyle/>
          <a:p>
            <a:pPr lvl="0"/>
            <a:r>
              <a:rPr lang="en-US" sz="2200" dirty="0"/>
              <a:t>When the input contacts close, timer 1 is started. After its time delay, its contacts close and timer 2 is started. After its time delay, its contacts close and there is an output.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Timers and Counters</a:t>
            </a:r>
          </a:p>
        </p:txBody>
      </p:sp>
      <p:sp>
        <p:nvSpPr>
          <p:cNvPr id="3" name="Content Placeholder 2"/>
          <p:cNvSpPr>
            <a:spLocks noGrp="1"/>
          </p:cNvSpPr>
          <p:nvPr>
            <p:ph idx="1"/>
          </p:nvPr>
        </p:nvSpPr>
        <p:spPr/>
        <p:txBody>
          <a:bodyPr>
            <a:normAutofit lnSpcReduction="10000"/>
          </a:bodyPr>
          <a:lstStyle/>
          <a:p>
            <a:r>
              <a:rPr lang="en-US" sz="2300" b="1" dirty="0"/>
              <a:t>Counters</a:t>
            </a:r>
            <a:endParaRPr lang="en-US" sz="2300" dirty="0"/>
          </a:p>
          <a:p>
            <a:pPr>
              <a:buNone/>
            </a:pPr>
            <a:r>
              <a:rPr lang="en-US" sz="2300" dirty="0"/>
              <a:t>	Counters are used when there is a need to count a specific number of contacts operations. </a:t>
            </a:r>
            <a:r>
              <a:rPr lang="en-US" sz="2300" dirty="0" err="1"/>
              <a:t>eg</a:t>
            </a:r>
            <a:r>
              <a:rPr lang="en-US" sz="2300" dirty="0"/>
              <a:t> where the items pass along a conveyer into boxes and when the specific number of items has passed into a box the next item is diverted into another box.</a:t>
            </a:r>
          </a:p>
          <a:p>
            <a:r>
              <a:rPr lang="en-US" sz="2300" dirty="0"/>
              <a:t>Counter circuits are supplied as internal feature of PLC’s</a:t>
            </a:r>
          </a:p>
          <a:p>
            <a:pPr lvl="1"/>
            <a:r>
              <a:rPr lang="en-US" sz="1900" dirty="0"/>
              <a:t>In most cases the counter operates as a down-counter, this means that the counter counts down from the preset value to zero, </a:t>
            </a:r>
            <a:r>
              <a:rPr lang="en-US" sz="1900" dirty="0" err="1"/>
              <a:t>i.e</a:t>
            </a:r>
            <a:r>
              <a:rPr lang="en-US" sz="1900" dirty="0"/>
              <a:t> events are subtracted from the set value, when zero is reached the counter contact changes state.</a:t>
            </a:r>
          </a:p>
          <a:p>
            <a:pPr lvl="1"/>
            <a:r>
              <a:rPr lang="en-US" sz="1900" dirty="0"/>
              <a:t>An up-counter would count up to the preset value, </a:t>
            </a:r>
            <a:r>
              <a:rPr lang="en-US" sz="1900" dirty="0" err="1"/>
              <a:t>i.e</a:t>
            </a:r>
            <a:r>
              <a:rPr lang="en-US" sz="1900" dirty="0"/>
              <a:t> events are added until the number reaches the set value. When the set value is reached the counter’s contact changes state.</a:t>
            </a:r>
          </a:p>
          <a:p>
            <a:endParaRPr lang="en-US" sz="2300" dirty="0"/>
          </a:p>
          <a:p>
            <a:endParaRPr lang="en-US" sz="2300" dirty="0"/>
          </a:p>
        </p:txBody>
      </p:sp>
      <p:sp>
        <p:nvSpPr>
          <p:cNvPr id="5" name="Slide Number Placeholder 4"/>
          <p:cNvSpPr>
            <a:spLocks noGrp="1"/>
          </p:cNvSpPr>
          <p:nvPr>
            <p:ph type="sldNum" sz="quarter" idx="12"/>
          </p:nvPr>
        </p:nvSpPr>
        <p:spPr/>
        <p:txBody>
          <a:bodyPr/>
          <a:lstStyle/>
          <a:p>
            <a:fld id="{97BB9E5F-E5FF-457C-9EF3-0E0EE116FA91}"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28650" y="365126"/>
            <a:ext cx="7886700" cy="519111"/>
          </a:xfrm>
        </p:spPr>
        <p:txBody>
          <a:bodyPr>
            <a:normAutofit fontScale="90000"/>
          </a:bodyPr>
          <a:lstStyle/>
          <a:p>
            <a:pPr algn="l"/>
            <a:r>
              <a:rPr lang="en-US" dirty="0"/>
              <a:t>Counters</a:t>
            </a:r>
          </a:p>
        </p:txBody>
      </p:sp>
      <p:sp>
        <p:nvSpPr>
          <p:cNvPr id="3" name="Content Placeholder 2"/>
          <p:cNvSpPr>
            <a:spLocks noGrp="1"/>
          </p:cNvSpPr>
          <p:nvPr>
            <p:ph idx="1"/>
          </p:nvPr>
        </p:nvSpPr>
        <p:spPr>
          <a:xfrm>
            <a:off x="228600" y="1112837"/>
            <a:ext cx="8534400" cy="5135563"/>
          </a:xfrm>
        </p:spPr>
        <p:txBody>
          <a:bodyPr/>
          <a:lstStyle/>
          <a:p>
            <a:r>
              <a:rPr lang="en-US" sz="2200" dirty="0"/>
              <a:t>Fig 1.15(a) below shows a basic counting program. In the ladder diagram the counter is presented by a rectangle spanning two lines.</a:t>
            </a:r>
          </a:p>
          <a:p>
            <a:pPr lvl="2"/>
            <a:endParaRPr lang="en-US" sz="1400" dirty="0"/>
          </a:p>
        </p:txBody>
      </p:sp>
      <p:sp>
        <p:nvSpPr>
          <p:cNvPr id="7" name="Slide Number Placeholder 6"/>
          <p:cNvSpPr>
            <a:spLocks noGrp="1"/>
          </p:cNvSpPr>
          <p:nvPr>
            <p:ph type="sldNum" sz="quarter" idx="12"/>
          </p:nvPr>
        </p:nvSpPr>
        <p:spPr/>
        <p:txBody>
          <a:bodyPr/>
          <a:lstStyle/>
          <a:p>
            <a:fld id="{97BB9E5F-E5FF-457C-9EF3-0E0EE116FA91}" type="slidenum">
              <a:rPr lang="en-US" smtClean="0"/>
              <a:pPr/>
              <a:t>41</a:t>
            </a:fld>
            <a:endParaRPr lang="en-US"/>
          </a:p>
        </p:txBody>
      </p:sp>
      <p:pic>
        <p:nvPicPr>
          <p:cNvPr id="99330" name="Picture 2"/>
          <p:cNvPicPr>
            <a:picLocks noChangeAspect="1" noChangeArrowheads="1"/>
          </p:cNvPicPr>
          <p:nvPr/>
        </p:nvPicPr>
        <p:blipFill>
          <a:blip r:embed="rId3"/>
          <a:srcRect/>
          <a:stretch>
            <a:fillRect/>
          </a:stretch>
        </p:blipFill>
        <p:spPr bwMode="auto">
          <a:xfrm>
            <a:off x="838200" y="3352800"/>
            <a:ext cx="4114800" cy="2631528"/>
          </a:xfrm>
          <a:prstGeom prst="rect">
            <a:avLst/>
          </a:prstGeom>
          <a:noFill/>
          <a:ln w="9525">
            <a:noFill/>
            <a:miter lim="800000"/>
            <a:headEnd/>
            <a:tailEnd/>
          </a:ln>
        </p:spPr>
      </p:pic>
      <p:sp>
        <p:nvSpPr>
          <p:cNvPr id="5" name="Rectangle 4"/>
          <p:cNvSpPr/>
          <p:nvPr/>
        </p:nvSpPr>
        <p:spPr>
          <a:xfrm>
            <a:off x="381000" y="1828800"/>
            <a:ext cx="8382000" cy="1200329"/>
          </a:xfrm>
          <a:prstGeom prst="rect">
            <a:avLst/>
          </a:prstGeom>
        </p:spPr>
        <p:txBody>
          <a:bodyPr wrap="square">
            <a:spAutoFit/>
          </a:bodyPr>
          <a:lstStyle/>
          <a:p>
            <a:pPr lvl="0"/>
            <a:r>
              <a:rPr lang="en-US" dirty="0"/>
              <a:t>One line is the RESET which is used to reset the counter</a:t>
            </a:r>
          </a:p>
          <a:p>
            <a:pPr lvl="0"/>
            <a:endParaRPr lang="en-US" dirty="0"/>
          </a:p>
          <a:p>
            <a:pPr lvl="0"/>
            <a:r>
              <a:rPr lang="en-US" dirty="0"/>
              <a:t>The other line is the OUT line and the K10 indicates that the counter contact will change state on the 10</a:t>
            </a:r>
            <a:r>
              <a:rPr lang="en-US" baseline="30000" dirty="0"/>
              <a:t>th</a:t>
            </a:r>
            <a:r>
              <a:rPr lang="en-US" dirty="0"/>
              <a:t> pulse.</a:t>
            </a:r>
          </a:p>
        </p:txBody>
      </p:sp>
      <p:sp>
        <p:nvSpPr>
          <p:cNvPr id="99331" name="Rectangle 3"/>
          <p:cNvSpPr>
            <a:spLocks noChangeArrowheads="1"/>
          </p:cNvSpPr>
          <p:nvPr/>
        </p:nvSpPr>
        <p:spPr bwMode="auto">
          <a:xfrm>
            <a:off x="938893" y="5971630"/>
            <a:ext cx="2743200" cy="38472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900" b="1" i="0" u="none" strike="noStrike" cap="none" normalizeH="0" baseline="0" dirty="0">
                <a:ln>
                  <a:noFill/>
                </a:ln>
                <a:solidFill>
                  <a:schemeClr val="tx1"/>
                </a:solidFill>
                <a:effectLst/>
                <a:latin typeface="Arial" pitchFamily="34" charset="0"/>
                <a:ea typeface="Times New Roman" pitchFamily="18" charset="0"/>
                <a:cs typeface="Arial" pitchFamily="34" charset="0"/>
              </a:rPr>
              <a:t>Fig 1.15 (a) </a:t>
            </a:r>
            <a:r>
              <a:rPr kumimoji="0" lang="en-US" sz="1900" b="0" i="0" u="none" strike="noStrike" cap="none" normalizeH="0" baseline="0" dirty="0">
                <a:ln>
                  <a:noFill/>
                </a:ln>
                <a:solidFill>
                  <a:schemeClr val="tx1"/>
                </a:solidFill>
                <a:effectLst/>
                <a:latin typeface="Arial" pitchFamily="34" charset="0"/>
                <a:ea typeface="Times New Roman" pitchFamily="18" charset="0"/>
                <a:cs typeface="Arial" pitchFamily="34" charset="0"/>
              </a:rPr>
              <a:t>Counter</a:t>
            </a:r>
            <a:endParaRPr kumimoji="0" lang="en-US" sz="19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pPr algn="l"/>
            <a:r>
              <a:rPr lang="en-US" dirty="0"/>
              <a:t>Counters</a:t>
            </a:r>
          </a:p>
        </p:txBody>
      </p:sp>
      <p:sp>
        <p:nvSpPr>
          <p:cNvPr id="3" name="Content Placeholder 2"/>
          <p:cNvSpPr>
            <a:spLocks noGrp="1"/>
          </p:cNvSpPr>
          <p:nvPr>
            <p:ph idx="1"/>
          </p:nvPr>
        </p:nvSpPr>
        <p:spPr>
          <a:xfrm>
            <a:off x="304800" y="960437"/>
            <a:ext cx="8686800" cy="5135563"/>
          </a:xfrm>
        </p:spPr>
        <p:txBody>
          <a:bodyPr/>
          <a:lstStyle/>
          <a:p>
            <a:pPr lvl="1"/>
            <a:r>
              <a:rPr lang="en-US" sz="1800" dirty="0"/>
              <a:t>When the contacts of input 1 momentarily close the counter is reset to the set value.</a:t>
            </a:r>
          </a:p>
          <a:p>
            <a:pPr lvl="3"/>
            <a:endParaRPr lang="en-US" sz="500" dirty="0"/>
          </a:p>
          <a:p>
            <a:pPr lvl="1"/>
            <a:r>
              <a:rPr lang="en-US" sz="1800" dirty="0"/>
              <a:t>The counter will then count the number of pulses resulting from the contacts of input 2 closing and opening</a:t>
            </a:r>
          </a:p>
          <a:p>
            <a:pPr lvl="2"/>
            <a:endParaRPr lang="en-US" sz="500" dirty="0"/>
          </a:p>
          <a:p>
            <a:pPr lvl="1"/>
            <a:r>
              <a:rPr lang="en-US" sz="1800" dirty="0"/>
              <a:t>When this reaches the set value, in this case 10, the counter contact closes</a:t>
            </a:r>
          </a:p>
          <a:p>
            <a:pPr lvl="1"/>
            <a:r>
              <a:rPr lang="en-US" sz="1800" dirty="0"/>
              <a:t>Thus output is switched on after 10 pulses have been from input 2</a:t>
            </a:r>
          </a:p>
          <a:p>
            <a:pPr lvl="1"/>
            <a:r>
              <a:rPr lang="en-US" sz="1800" dirty="0"/>
              <a:t>If the contacts of input 1 are momentarily closed any time during the count, the counter will reset to 10</a:t>
            </a:r>
          </a:p>
          <a:p>
            <a:endParaRPr lang="en-US" sz="1800" dirty="0"/>
          </a:p>
        </p:txBody>
      </p:sp>
      <p:sp>
        <p:nvSpPr>
          <p:cNvPr id="7" name="Slide Number Placeholder 6"/>
          <p:cNvSpPr>
            <a:spLocks noGrp="1"/>
          </p:cNvSpPr>
          <p:nvPr>
            <p:ph type="sldNum" sz="quarter" idx="12"/>
          </p:nvPr>
        </p:nvSpPr>
        <p:spPr/>
        <p:txBody>
          <a:bodyPr/>
          <a:lstStyle/>
          <a:p>
            <a:fld id="{97BB9E5F-E5FF-457C-9EF3-0E0EE116FA91}" type="slidenum">
              <a:rPr lang="en-US" smtClean="0"/>
              <a:pPr/>
              <a:t>42</a:t>
            </a:fld>
            <a:endParaRPr lang="en-US"/>
          </a:p>
        </p:txBody>
      </p:sp>
      <p:pic>
        <p:nvPicPr>
          <p:cNvPr id="5" name="Picture 2"/>
          <p:cNvPicPr>
            <a:picLocks noChangeAspect="1" noChangeArrowheads="1"/>
          </p:cNvPicPr>
          <p:nvPr/>
        </p:nvPicPr>
        <p:blipFill>
          <a:blip r:embed="rId3"/>
          <a:srcRect/>
          <a:stretch>
            <a:fillRect/>
          </a:stretch>
        </p:blipFill>
        <p:spPr bwMode="auto">
          <a:xfrm>
            <a:off x="4114800" y="3505200"/>
            <a:ext cx="3218089" cy="327660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p:txBody>
          <a:bodyPr/>
          <a:lstStyle/>
          <a:p>
            <a:pPr algn="l"/>
            <a:r>
              <a:rPr lang="en-US" dirty="0"/>
              <a:t>Counters</a:t>
            </a:r>
          </a:p>
        </p:txBody>
      </p:sp>
      <p:sp>
        <p:nvSpPr>
          <p:cNvPr id="3" name="Content Placeholder 2"/>
          <p:cNvSpPr>
            <a:spLocks noGrp="1"/>
          </p:cNvSpPr>
          <p:nvPr>
            <p:ph idx="1"/>
          </p:nvPr>
        </p:nvSpPr>
        <p:spPr>
          <a:xfrm>
            <a:off x="304800" y="762000"/>
            <a:ext cx="8534400" cy="5135563"/>
          </a:xfrm>
        </p:spPr>
        <p:txBody>
          <a:bodyPr/>
          <a:lstStyle/>
          <a:p>
            <a:r>
              <a:rPr lang="en-US" sz="2400" dirty="0"/>
              <a:t>The instruction sequence using Mitsubishi Notation figure 1.15 (b) is</a:t>
            </a:r>
          </a:p>
          <a:p>
            <a:endParaRPr lang="en-US" sz="2400" dirty="0"/>
          </a:p>
        </p:txBody>
      </p:sp>
      <p:sp>
        <p:nvSpPr>
          <p:cNvPr id="8" name="Slide Number Placeholder 7"/>
          <p:cNvSpPr>
            <a:spLocks noGrp="1"/>
          </p:cNvSpPr>
          <p:nvPr>
            <p:ph type="sldNum" sz="quarter" idx="12"/>
          </p:nvPr>
        </p:nvSpPr>
        <p:spPr/>
        <p:txBody>
          <a:bodyPr/>
          <a:lstStyle/>
          <a:p>
            <a:fld id="{97BB9E5F-E5FF-457C-9EF3-0E0EE116FA91}" type="slidenum">
              <a:rPr lang="en-US" smtClean="0"/>
              <a:pPr/>
              <a:t>43</a:t>
            </a:fld>
            <a:endParaRPr lang="en-US"/>
          </a:p>
        </p:txBody>
      </p:sp>
      <p:pic>
        <p:nvPicPr>
          <p:cNvPr id="103426" name="Picture 2"/>
          <p:cNvPicPr>
            <a:picLocks noChangeAspect="1" noChangeArrowheads="1"/>
          </p:cNvPicPr>
          <p:nvPr/>
        </p:nvPicPr>
        <p:blipFill>
          <a:blip r:embed="rId3"/>
          <a:srcRect/>
          <a:stretch>
            <a:fillRect/>
          </a:stretch>
        </p:blipFill>
        <p:spPr bwMode="auto">
          <a:xfrm>
            <a:off x="914400" y="1981200"/>
            <a:ext cx="2819400" cy="2819400"/>
          </a:xfrm>
          <a:prstGeom prst="rect">
            <a:avLst/>
          </a:prstGeom>
          <a:noFill/>
          <a:ln w="9525">
            <a:noFill/>
            <a:miter lim="800000"/>
            <a:headEnd/>
            <a:tailEnd/>
          </a:ln>
        </p:spPr>
      </p:pic>
      <p:sp>
        <p:nvSpPr>
          <p:cNvPr id="103427" name="Rectangle 3"/>
          <p:cNvSpPr>
            <a:spLocks noChangeArrowheads="1"/>
          </p:cNvSpPr>
          <p:nvPr/>
        </p:nvSpPr>
        <p:spPr bwMode="auto">
          <a:xfrm>
            <a:off x="3124200" y="1676400"/>
            <a:ext cx="6019800" cy="4554512"/>
          </a:xfrm>
          <a:prstGeom prst="rect">
            <a:avLst/>
          </a:prstGeom>
          <a:noFill/>
          <a:ln w="9525">
            <a:noFill/>
            <a:miter lim="800000"/>
            <a:headEnd/>
            <a:tailEnd/>
          </a:ln>
          <a:effectLst/>
        </p:spPr>
        <p:txBody>
          <a:bodyPr vert="horz" wrap="square" lIns="1142640" tIns="914112" rIns="1142640" bIns="91411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sng" strike="noStrike" cap="none" normalizeH="0" baseline="0" dirty="0">
                <a:ln>
                  <a:noFill/>
                </a:ln>
                <a:solidFill>
                  <a:schemeClr val="tx1"/>
                </a:solidFill>
                <a:effectLst/>
                <a:latin typeface="Arial" pitchFamily="34" charset="0"/>
                <a:ea typeface="Times New Roman" pitchFamily="18" charset="0"/>
                <a:cs typeface="Arial" pitchFamily="34" charset="0"/>
              </a:rPr>
              <a:t> Step             Instruction           </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ea typeface="Times New Roman" pitchFamily="18" charset="0"/>
                <a:cs typeface="Arial" pitchFamily="34" charset="0"/>
              </a:rPr>
              <a:t>  0                 LD              X400</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ea typeface="Times New Roman" pitchFamily="18" charset="0"/>
                <a:cs typeface="Arial" pitchFamily="34" charset="0"/>
              </a:rPr>
              <a:t>  1                 RST            C460</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ea typeface="Times New Roman" pitchFamily="18" charset="0"/>
                <a:cs typeface="Arial" pitchFamily="34" charset="0"/>
              </a:rPr>
              <a:t>  2                 LD              X401</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ea typeface="Times New Roman" pitchFamily="18" charset="0"/>
                <a:cs typeface="Arial" pitchFamily="34" charset="0"/>
              </a:rPr>
              <a:t>  3                 OUT           C460</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ea typeface="Times New Roman" pitchFamily="18" charset="0"/>
                <a:cs typeface="Arial" pitchFamily="34" charset="0"/>
              </a:rPr>
              <a:t>  4                 K                10</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ea typeface="Times New Roman" pitchFamily="18" charset="0"/>
                <a:cs typeface="Arial" pitchFamily="34" charset="0"/>
              </a:rPr>
              <a:t>  5                 LD              C460</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ea typeface="Times New Roman" pitchFamily="18" charset="0"/>
                <a:cs typeface="Arial" pitchFamily="34" charset="0"/>
              </a:rPr>
              <a:t>  6                OUT            Y430         </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sng" strike="noStrike" cap="none" normalizeH="0" baseline="0" dirty="0">
                <a:ln>
                  <a:noFill/>
                </a:ln>
                <a:solidFill>
                  <a:schemeClr val="tx1"/>
                </a:solidFill>
                <a:effectLst/>
                <a:latin typeface="Arial" pitchFamily="34" charset="0"/>
                <a:ea typeface="Times New Roman" pitchFamily="18" charset="0"/>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sz="1600" b="1" i="0" u="sng" strike="noStrike" cap="none" normalizeH="0" baseline="0" dirty="0">
                <a:ln>
                  <a:noFill/>
                </a:ln>
                <a:solidFill>
                  <a:schemeClr val="tx1"/>
                </a:solidFill>
                <a:effectLst/>
                <a:latin typeface="Arial" pitchFamily="34" charset="0"/>
                <a:ea typeface="Times New Roman" pitchFamily="18" charset="0"/>
                <a:cs typeface="Arial" pitchFamily="34" charset="0"/>
              </a:rPr>
            </a:br>
            <a:endParaRPr kumimoji="0" lang="en-US" sz="1600" b="0" i="0" u="none" strike="noStrike" cap="none" normalizeH="0" baseline="0" dirty="0">
              <a:ln>
                <a:noFill/>
              </a:ln>
              <a:solidFill>
                <a:schemeClr val="tx1"/>
              </a:solidFill>
              <a:effectLst/>
              <a:latin typeface="Arial" pitchFamily="34" charset="0"/>
              <a:cs typeface="Arial" pitchFamily="34" charset="0"/>
            </a:endParaRPr>
          </a:p>
        </p:txBody>
      </p:sp>
      <p:sp>
        <p:nvSpPr>
          <p:cNvPr id="6" name="Rectangle 5"/>
          <p:cNvSpPr/>
          <p:nvPr/>
        </p:nvSpPr>
        <p:spPr>
          <a:xfrm>
            <a:off x="1066800" y="5181600"/>
            <a:ext cx="2274982" cy="369332"/>
          </a:xfrm>
          <a:prstGeom prst="rect">
            <a:avLst/>
          </a:prstGeom>
        </p:spPr>
        <p:txBody>
          <a:bodyPr wrap="none">
            <a:spAutoFit/>
          </a:bodyPr>
          <a:lstStyle/>
          <a:p>
            <a:r>
              <a:rPr lang="en-US" b="1" dirty="0"/>
              <a:t>Fig 1.15</a:t>
            </a:r>
            <a:r>
              <a:rPr lang="en-US" dirty="0"/>
              <a:t> (b) Counter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722313" y="2209800"/>
            <a:ext cx="7772400" cy="1500187"/>
          </a:xfrm>
        </p:spPr>
        <p:txBody>
          <a:bodyPr/>
          <a:lstStyle/>
          <a:p>
            <a:pPr algn="ctr"/>
            <a:r>
              <a:rPr lang="en-US" sz="6600" dirty="0">
                <a:solidFill>
                  <a:srgbClr val="00B0F0"/>
                </a:solidFill>
                <a:latin typeface="Albertus Extra Bold" pitchFamily="34" charset="0"/>
              </a:rPr>
              <a:t>Questions</a:t>
            </a:r>
          </a:p>
        </p:txBody>
      </p:sp>
      <p:sp>
        <p:nvSpPr>
          <p:cNvPr id="3" name="Slide Number Placeholder 2"/>
          <p:cNvSpPr>
            <a:spLocks noGrp="1"/>
          </p:cNvSpPr>
          <p:nvPr>
            <p:ph type="sldNum" sz="quarter" idx="12"/>
          </p:nvPr>
        </p:nvSpPr>
        <p:spPr/>
        <p:txBody>
          <a:bodyPr/>
          <a:lstStyle/>
          <a:p>
            <a:fld id="{97BB9E5F-E5FF-457C-9EF3-0E0EE116FA91}" type="slidenum">
              <a:rPr lang="en-US" smtClean="0"/>
              <a:pPr/>
              <a:t>44</a:t>
            </a:fld>
            <a:endParaRPr lang="en-US"/>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Theme1">
  <a:themeElements>
    <a:clrScheme name="eSystTEMPLATE23456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ystTEMPLATE234567">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2500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25000" smtClean="0">
            <a:ln>
              <a:noFill/>
            </a:ln>
            <a:solidFill>
              <a:schemeClr val="tx1"/>
            </a:solidFill>
            <a:effectLst/>
            <a:latin typeface="Arial" pitchFamily="34" charset="0"/>
          </a:defRPr>
        </a:defPPr>
      </a:lstStyle>
    </a:lnDef>
  </a:objectDefaults>
  <a:extraClrSchemeLst>
    <a:extraClrScheme>
      <a:clrScheme name="eSystTEMPLATE23456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eSystTEMPLATE234567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eSystTEMPLATE234567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eSystTEMPLATE234567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eSystTEMPLATE234567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eSystTEMPLATE234567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eSystTEMPLATE234567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eSystTEMPLATE234567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eSystTEMPLATE234567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eSystTEMPLATE234567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eSystTEMPLATE234567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eSystTEMPLATE234567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12823</TotalTime>
  <Words>3599</Words>
  <Application>Microsoft Office PowerPoint</Application>
  <PresentationFormat>On-screen Show (4:3)</PresentationFormat>
  <Paragraphs>382</Paragraphs>
  <Slides>44</Slides>
  <Notes>36</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44</vt:i4>
      </vt:variant>
    </vt:vector>
  </HeadingPairs>
  <TitlesOfParts>
    <vt:vector size="58" baseType="lpstr">
      <vt:lpstr>Adobe Garamond Pro Bold</vt:lpstr>
      <vt:lpstr>Albertus Extra Bold</vt:lpstr>
      <vt:lpstr>Arial</vt:lpstr>
      <vt:lpstr>Calibri</vt:lpstr>
      <vt:lpstr>Calibri Light</vt:lpstr>
      <vt:lpstr>Georgia</vt:lpstr>
      <vt:lpstr>Rockwell</vt:lpstr>
      <vt:lpstr>Source Sans Pro Black</vt:lpstr>
      <vt:lpstr>Times New Roman</vt:lpstr>
      <vt:lpstr>Verdana</vt:lpstr>
      <vt:lpstr>Wingdings 2</vt:lpstr>
      <vt:lpstr>Theme1</vt:lpstr>
      <vt:lpstr>Aspect</vt:lpstr>
      <vt:lpstr>Office Theme</vt:lpstr>
      <vt:lpstr>PowerPoint Presentation</vt:lpstr>
      <vt:lpstr>Introduction to PLC</vt:lpstr>
      <vt:lpstr>Introduction to PLC (Contd.)</vt:lpstr>
      <vt:lpstr>BASIC STRUCTURE</vt:lpstr>
      <vt:lpstr>PowerPoint Presentation</vt:lpstr>
      <vt:lpstr>BASIC STRUCTURE</vt:lpstr>
      <vt:lpstr>BASIC STRUCTURE</vt:lpstr>
      <vt:lpstr>Input/output Processing</vt:lpstr>
      <vt:lpstr>Input/output Processing</vt:lpstr>
      <vt:lpstr>Input/output Processing</vt:lpstr>
      <vt:lpstr>Input/output Processing</vt:lpstr>
      <vt:lpstr>Input/output Processing</vt:lpstr>
      <vt:lpstr>PLC Programming Languages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Timers</vt:lpstr>
      <vt:lpstr>Timers</vt:lpstr>
      <vt:lpstr>Timers</vt:lpstr>
      <vt:lpstr>Timers</vt:lpstr>
      <vt:lpstr>Timers</vt:lpstr>
      <vt:lpstr>Timers</vt:lpstr>
      <vt:lpstr>Timers</vt:lpstr>
      <vt:lpstr>Timers and Counters</vt:lpstr>
      <vt:lpstr>Counters</vt:lpstr>
      <vt:lpstr>Counters</vt:lpstr>
      <vt:lpstr>Counters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Programmable logic controller (PLC)</dc:title>
  <dc:creator>hp</dc:creator>
  <cp:lastModifiedBy>Lord SIMASIA</cp:lastModifiedBy>
  <cp:revision>137</cp:revision>
  <dcterms:created xsi:type="dcterms:W3CDTF">2014-04-11T01:37:22Z</dcterms:created>
  <dcterms:modified xsi:type="dcterms:W3CDTF">2026-04-23T09:54:52Z</dcterms:modified>
</cp:coreProperties>
</file>