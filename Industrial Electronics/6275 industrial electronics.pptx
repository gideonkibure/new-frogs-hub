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6275: INDUSTRIAL ELECTRONICS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89814" y="2133600"/>
            <a:ext cx="10514798" cy="4191786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COURSE LEARNING OUTCOME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To explain the importance of power electronic devices in electrical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To list the performance parameters of rectifiers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To describe the characteristics of power diode, transistor, and </a:t>
            </a:r>
            <a:r>
              <a:rPr lang="en-US" sz="2800" dirty="0" err="1" smtClean="0"/>
              <a:t>triac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To describe the operation of AC voltage control and </a:t>
            </a:r>
            <a:r>
              <a:rPr lang="en-US" sz="2800" dirty="0" err="1" smtClean="0"/>
              <a:t>inveter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To identify the operation of </a:t>
            </a:r>
            <a:r>
              <a:rPr lang="en-US" sz="2800" smtClean="0"/>
              <a:t>DC chopper.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1178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081" y="624110"/>
            <a:ext cx="10114960" cy="1280890"/>
          </a:xfrm>
        </p:spPr>
        <p:txBody>
          <a:bodyPr/>
          <a:lstStyle/>
          <a:p>
            <a:r>
              <a:rPr lang="en-US" dirty="0" smtClean="0"/>
              <a:t>INTRODUCTION TO INDUSTRIAL ELECTRONICS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081" y="2133600"/>
            <a:ext cx="10114960" cy="42483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INDUSTRIAL ELECTRONICS: is a branch of electrical engineering that focuses on the use of electronic devices, circuit, and systems to control, monitor and operate industrial processes and machinery. </a:t>
            </a:r>
          </a:p>
          <a:p>
            <a:r>
              <a:rPr lang="en-US" sz="2400" dirty="0" smtClean="0"/>
              <a:t>It deals with how electronic technology is applied in industries to improve efficiency, productivity, accuracy and safety.</a:t>
            </a:r>
          </a:p>
          <a:p>
            <a:r>
              <a:rPr lang="en-US" sz="2400" dirty="0" smtClean="0"/>
              <a:t>It combine knowledge from; electronics, control systems engineering and power engineering.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928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9691" y="624110"/>
            <a:ext cx="9964132" cy="1280890"/>
          </a:xfrm>
        </p:spPr>
        <p:txBody>
          <a:bodyPr/>
          <a:lstStyle/>
          <a:p>
            <a:r>
              <a:rPr lang="en-US" dirty="0"/>
              <a:t>INTRODUCTION TO INDUSTRIAL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9691" y="2133600"/>
            <a:ext cx="9964132" cy="4172932"/>
          </a:xfrm>
        </p:spPr>
        <p:txBody>
          <a:bodyPr>
            <a:noAutofit/>
          </a:bodyPr>
          <a:lstStyle/>
          <a:p>
            <a:r>
              <a:rPr lang="en-US" sz="2000" dirty="0" smtClean="0"/>
              <a:t>KEY COMPONENTS OF INDUSTRIAL ELECTRONICS:</a:t>
            </a:r>
          </a:p>
          <a:p>
            <a:pPr marL="0" indent="0">
              <a:buNone/>
            </a:pPr>
            <a:r>
              <a:rPr lang="en-US" sz="2000" dirty="0" smtClean="0"/>
              <a:t>1. Sensors and transducers</a:t>
            </a:r>
          </a:p>
          <a:p>
            <a:pPr marL="0" indent="0">
              <a:buNone/>
            </a:pPr>
            <a:r>
              <a:rPr lang="en-US" sz="2000" dirty="0" smtClean="0"/>
              <a:t>These are devices that detect physical quantities (temperature, pressure, speed) and convert into electrical signals.</a:t>
            </a:r>
          </a:p>
          <a:p>
            <a:pPr marL="0" indent="0">
              <a:buNone/>
            </a:pPr>
            <a:r>
              <a:rPr lang="en-US" sz="2000" dirty="0" smtClean="0"/>
              <a:t>2. Control systems</a:t>
            </a:r>
          </a:p>
          <a:p>
            <a:pPr marL="0" indent="0">
              <a:buNone/>
            </a:pPr>
            <a:r>
              <a:rPr lang="en-US" sz="2000" dirty="0" smtClean="0"/>
              <a:t>Systems that manage and regulate industrial operations automatically.</a:t>
            </a:r>
          </a:p>
          <a:p>
            <a:pPr marL="0" indent="0">
              <a:buNone/>
            </a:pPr>
            <a:r>
              <a:rPr lang="en-US" sz="2000" dirty="0" smtClean="0"/>
              <a:t>Example PID controller</a:t>
            </a:r>
          </a:p>
          <a:p>
            <a:pPr marL="0" indent="0">
              <a:buNone/>
            </a:pPr>
            <a:r>
              <a:rPr lang="en-US" sz="2000" dirty="0" smtClean="0"/>
              <a:t>3. Actuators </a:t>
            </a:r>
          </a:p>
          <a:p>
            <a:pPr marL="0" indent="0">
              <a:buNone/>
            </a:pPr>
            <a:r>
              <a:rPr lang="en-US" sz="2000" dirty="0" smtClean="0"/>
              <a:t>These are device that convert electrical signal to physical action (motors, valves)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692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7399" y="624110"/>
            <a:ext cx="10114960" cy="1280890"/>
          </a:xfrm>
        </p:spPr>
        <p:txBody>
          <a:bodyPr/>
          <a:lstStyle/>
          <a:p>
            <a:r>
              <a:rPr lang="en-US" dirty="0"/>
              <a:t>INTRODUCTION TO INDUSTRIAL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7399" y="2133599"/>
            <a:ext cx="10114960" cy="44651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4. Power electronics.</a:t>
            </a:r>
          </a:p>
          <a:p>
            <a:pPr marL="0" indent="0">
              <a:buNone/>
            </a:pPr>
            <a:r>
              <a:rPr lang="en-US" sz="2000" dirty="0" smtClean="0"/>
              <a:t>Used to control and convert electrical power efficiently (rectifiers, inverters)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5. Programmable controllers:</a:t>
            </a:r>
          </a:p>
          <a:p>
            <a:pPr marL="0" indent="0">
              <a:buNone/>
            </a:pPr>
            <a:r>
              <a:rPr lang="en-US" sz="2000" dirty="0" smtClean="0"/>
              <a:t>Such as programmable logic controller (PLC), used to automate machines.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 smtClean="0"/>
              <a:t>SCOPE OF INDUSTRIAL ELECTRONICS</a:t>
            </a:r>
          </a:p>
          <a:p>
            <a:pPr marL="0" indent="0">
              <a:buNone/>
            </a:pPr>
            <a:r>
              <a:rPr lang="en-US" sz="2000" dirty="0" smtClean="0"/>
              <a:t>The scope of industrial electronics is very wide and continues to grow with automation and smart technologies.</a:t>
            </a:r>
          </a:p>
          <a:p>
            <a:pPr marL="0" indent="0">
              <a:buNone/>
            </a:pPr>
            <a:r>
              <a:rPr lang="en-US" sz="2000" dirty="0" smtClean="0"/>
              <a:t>1. Automation and control system.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Industrial electrons plays a major role in automation, reducing human effort and increasing precision. Example automation production lines, robotic system 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119291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984" y="624110"/>
            <a:ext cx="10180947" cy="1280890"/>
          </a:xfrm>
        </p:spPr>
        <p:txBody>
          <a:bodyPr/>
          <a:lstStyle/>
          <a:p>
            <a:r>
              <a:rPr lang="en-US" dirty="0"/>
              <a:t>INTRODUCTION TO INDUSTRIAL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1983" y="2133600"/>
            <a:ext cx="10180947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2. Manufacturing industries.</a:t>
            </a:r>
          </a:p>
          <a:p>
            <a:pPr marL="0" indent="0">
              <a:buNone/>
            </a:pPr>
            <a:r>
              <a:rPr lang="en-US" sz="2000" dirty="0" smtClean="0"/>
              <a:t>Used in: textile industries, cement factories, food processing plants, automotive production.</a:t>
            </a:r>
          </a:p>
          <a:p>
            <a:pPr marL="0" indent="0">
              <a:buNone/>
            </a:pPr>
            <a:r>
              <a:rPr lang="en-US" sz="2000" dirty="0" smtClean="0"/>
              <a:t>3. Power system and energy management.</a:t>
            </a:r>
          </a:p>
          <a:p>
            <a:pPr marL="0" indent="0">
              <a:buNone/>
            </a:pPr>
            <a:r>
              <a:rPr lang="en-US" sz="2000" dirty="0" smtClean="0"/>
              <a:t>These include:</a:t>
            </a:r>
          </a:p>
          <a:p>
            <a:pPr marL="0" indent="0">
              <a:buNone/>
            </a:pPr>
            <a:r>
              <a:rPr lang="en-US" sz="2000" dirty="0" smtClean="0"/>
              <a:t>efficient use of electrical energy, </a:t>
            </a:r>
          </a:p>
          <a:p>
            <a:pPr marL="0" indent="0">
              <a:buNone/>
            </a:pPr>
            <a:r>
              <a:rPr lang="en-US" sz="2000" dirty="0" smtClean="0"/>
              <a:t>motor speed control,</a:t>
            </a:r>
          </a:p>
          <a:p>
            <a:pPr marL="0" indent="0">
              <a:buNone/>
            </a:pPr>
            <a:r>
              <a:rPr lang="en-US" sz="2000" dirty="0" smtClean="0"/>
              <a:t>Renewable energy system like solar and wind energies.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108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265" y="624110"/>
            <a:ext cx="10162094" cy="1280890"/>
          </a:xfrm>
        </p:spPr>
        <p:txBody>
          <a:bodyPr/>
          <a:lstStyle/>
          <a:p>
            <a:r>
              <a:rPr lang="en-US" dirty="0"/>
              <a:t>INTRODUCTION TO INDUSTRIAL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265" y="2133600"/>
            <a:ext cx="10162094" cy="4238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4. Instrumentation and measurement</a:t>
            </a:r>
          </a:p>
          <a:p>
            <a:pPr marL="0" indent="0">
              <a:buNone/>
            </a:pPr>
            <a:r>
              <a:rPr lang="en-US" sz="2000" dirty="0" smtClean="0"/>
              <a:t>Industrial electronics insure accurate measurement of </a:t>
            </a:r>
            <a:r>
              <a:rPr lang="en-US" sz="2000" dirty="0" err="1" smtClean="0"/>
              <a:t>of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r>
              <a:rPr lang="en-US" sz="2000" dirty="0" smtClean="0"/>
              <a:t>Voltage, current, temperature, flow rate </a:t>
            </a:r>
          </a:p>
          <a:p>
            <a:pPr marL="0" indent="0">
              <a:buNone/>
            </a:pPr>
            <a:r>
              <a:rPr lang="en-US" sz="2000" dirty="0" smtClean="0"/>
              <a:t>5. Communication system</a:t>
            </a:r>
          </a:p>
          <a:p>
            <a:pPr marL="0" indent="0">
              <a:buNone/>
            </a:pPr>
            <a:r>
              <a:rPr lang="en-US" sz="2000" dirty="0" smtClean="0"/>
              <a:t>Used for industrial data transmission and monitoring (SCADA system)</a:t>
            </a:r>
          </a:p>
          <a:p>
            <a:pPr marL="0" indent="0">
              <a:buNone/>
            </a:pPr>
            <a:r>
              <a:rPr lang="en-US" sz="2000" dirty="0" smtClean="0"/>
              <a:t>6. Process industries.</a:t>
            </a:r>
          </a:p>
          <a:p>
            <a:pPr marL="0" indent="0">
              <a:buNone/>
            </a:pPr>
            <a:r>
              <a:rPr lang="en-US" sz="2000" dirty="0" smtClean="0"/>
              <a:t>Applied in; oil and gas, chemical plants, water treatment systems.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907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411" y="624110"/>
            <a:ext cx="10256362" cy="1280890"/>
          </a:xfrm>
        </p:spPr>
        <p:txBody>
          <a:bodyPr/>
          <a:lstStyle/>
          <a:p>
            <a:r>
              <a:rPr lang="en-US" dirty="0"/>
              <a:t>INTRODUCTION TO INDUSTRIAL ELECTRONICS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1411" y="2133600"/>
            <a:ext cx="10256362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smtClean="0"/>
              <a:t>IMPORTANCE OF INDUSTRIAL ELECTRONICS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Improve efficiency and productivity.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Enhance safety in industries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Reduce human error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Enable remote monitoring and control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Supports modern automation and </a:t>
            </a:r>
            <a:r>
              <a:rPr lang="en-US" sz="2400" smtClean="0"/>
              <a:t>smart factories.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38712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89</TotalTime>
  <Words>435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6275: INDUSTRIAL ELECTRONICS</vt:lpstr>
      <vt:lpstr>INTRODUCTION TO INDUSTRIAL ELECTRONICS</vt:lpstr>
      <vt:lpstr>INTRODUCTION TO INDUSTRIAL ELECTRONICS</vt:lpstr>
      <vt:lpstr>INTRODUCTION TO INDUSTRIAL ELECTRONICS</vt:lpstr>
      <vt:lpstr>INTRODUCTION TO INDUSTRIAL ELECTRONICS</vt:lpstr>
      <vt:lpstr>INTRODUCTION TO INDUSTRIAL ELECTRONICS</vt:lpstr>
      <vt:lpstr>INTRODUCTION TO INDUSTRIAL ELECTRONICS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6275: INDUSTRIAL ELECTRONICS</dc:title>
  <dc:creator>shela J</dc:creator>
  <cp:lastModifiedBy>icare technolgy</cp:lastModifiedBy>
  <cp:revision>11</cp:revision>
  <dcterms:created xsi:type="dcterms:W3CDTF">2026-04-16T14:47:49Z</dcterms:created>
  <dcterms:modified xsi:type="dcterms:W3CDTF">2026-04-24T11:11:32Z</dcterms:modified>
</cp:coreProperties>
</file>